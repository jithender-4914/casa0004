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notesSlides/notesSlide1.xml" ContentType="application/vnd.openxmlformats-officedocument.presentationml.notesSlide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449" r:id="rId2"/>
    <p:sldId id="412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7"/>
    <p:restoredTop sz="94625"/>
  </p:normalViewPr>
  <p:slideViewPr>
    <p:cSldViewPr snapToGrid="0">
      <p:cViewPr varScale="1">
        <p:scale>
          <a:sx n="95" d="100"/>
          <a:sy n="95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CDB83B-7C4B-5941-A8C3-7E8D25C7487C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AD7288-622F-AC4D-B4BA-EA5AA9B500B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92408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9A5F825-9C29-43CC-BB96-80A60E9689F0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08D00-00AE-028C-BE5F-963344F8CE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AEE0A-BEF7-AB23-D5B2-701EB50D2B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54EE8-D7B1-C98C-5523-2C1C0B95A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8FF1A-4EDC-9A8A-0643-A2852420C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6E87DD-D9BF-DDE4-C754-DDFF8B69D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347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730FF-9A7B-5AA3-ED7C-F89EF09647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92C63-2C11-C6B2-5CE6-F2ACA13769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6E3205-375E-9BE3-89BC-0B02721DD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41551-C38E-CF8D-DF5D-D98AA296A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BC177-2115-7F49-C359-D1F9E9FEC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461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367064-413C-9244-D08E-774F6190D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5824F-2D21-2057-F4EF-D3DF530042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EF8B82-91CE-757A-BD5C-ACF6EFE1E7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C30816-B6AD-F7FF-AD59-347DCDDE0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4E7CB-8D3E-2F66-668F-6B9050451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79504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F9DD6-0B27-8B53-3C70-7E9C9C692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777AB-B3CC-8657-6D33-8369AC5887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664BD4-6ED3-A469-D144-A0EA0D1D01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9052CD-5FBF-3498-EAE5-8D6F0CD92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27297-DD61-DBD4-4FCE-CF19A147C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076670-AE62-BEAA-BFD1-253F2D8E5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8815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05DBB-C45F-B380-5EB7-678310DC0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9B7AD1-8EE5-AB16-62FA-47519CF0D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0164A2-E10A-C71A-7CAC-47BDC7FC79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0E71D-8523-8F45-230D-E39DEB3A85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2AC91-B732-A716-3DCC-23B276F4A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F68AB7-5A0D-6454-9DC0-BD80026A8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2F299-83C7-5CB0-1410-CEF0810D4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FC0F8FB-3D27-4317-38CB-716464868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272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9F4E48-04BD-60A0-F540-112BD1804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226A46-71EB-31C2-5B9D-5CEA62581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DBCDF-735C-45A3-5513-E189732B3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D89002-736E-99F6-24DA-FC46288A2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543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70E2F6-BDF1-DB73-719F-441D8143D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0173AC-6500-FC59-1034-F7DC443BD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F2E79-DE6D-AD2F-A764-B2B6212A1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24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DC2E07-427B-F78B-0F29-5C6B0622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BA387-BCE1-1C9C-D857-654CA2516A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9FBE45-6624-344B-81A2-65222819F6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F30399-BCFF-9F1E-C3C3-483FAEF2B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9C473-BC45-2DCF-2395-8434005B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0CA5C4-4C9E-627F-9302-6586EC35C5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746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10E3B-EC6A-F5BD-9534-45B2BC94C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A61F43-348B-83BF-851A-2176721B97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658EE-FFC8-195C-383D-32C73E6BBEE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A2091-38FE-A0B5-269A-F70D7ED0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0716D5-269A-D8C0-397A-05EAAF7D0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27AC35-2795-E75F-397C-9DA855171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152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9916D-C770-252E-DEE7-A4C9AE5AB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26BF1C-4805-C963-C53B-407DC3DE04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B68890-6296-F4B8-AEDF-A477B1AC9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28C26-414F-9D64-9182-787E0E18D9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77164-6003-35A4-2649-0751450A7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6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F7EE436-4879-E8B5-0AB7-C2625991E7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2F8D0D-8912-FC97-AF91-A6CD1CA5EA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62711-F16C-F88D-C5DC-1B4988912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65F4E-847F-C389-CA0A-DFF99FFA8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8D417-6748-C169-CA76-2E638AB80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858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410635" y="959644"/>
            <a:ext cx="11370733" cy="2470556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6400"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5592522B-0F24-4480-B9DD-A9474A6880D6}" type="datetimeFigureOut">
              <a:rPr lang="zh-CN" altLang="en-US" smtClean="0"/>
              <a:t>2025/9/30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610600" y="5624513"/>
            <a:ext cx="2743200" cy="273844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BE5F26B5-172A-4DC2-B0B7-181CFC56B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5"/>
            </p:custDataLst>
          </p:nvPr>
        </p:nvSpPr>
        <p:spPr>
          <a:xfrm>
            <a:off x="410635" y="3815098"/>
            <a:ext cx="11370732" cy="170702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3000"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</a:p>
        </p:txBody>
      </p:sp>
    </p:spTree>
    <p:extLst>
      <p:ext uri="{BB962C8B-B14F-4D97-AF65-F5344CB8AC3E}">
        <p14:creationId xmlns:p14="http://schemas.microsoft.com/office/powerpoint/2010/main" val="123479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7820BA-7F83-A16B-650E-BA58B516B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FB9C6C-3BCE-6791-D0B5-047C03C0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6D9526-9EB3-7955-5E8D-8F986CCC1C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A2BE8D-8DC4-1C4A-B6B2-03B556DDE7BF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1BCDD9-B894-27EE-A997-991E7B681F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61ACE6-AAF0-8402-13C0-0A3C8851D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A298BD-4174-6643-B929-58422A1FEB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094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13" Type="http://schemas.openxmlformats.org/officeDocument/2006/relationships/image" Target="../media/image5.wmf"/><Relationship Id="rId18" Type="http://schemas.openxmlformats.org/officeDocument/2006/relationships/oleObject" Target="../embeddings/oleObject8.bin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9.wmf"/><Relationship Id="rId7" Type="http://schemas.openxmlformats.org/officeDocument/2006/relationships/image" Target="../media/image2.wmf"/><Relationship Id="rId12" Type="http://schemas.openxmlformats.org/officeDocument/2006/relationships/oleObject" Target="../embeddings/oleObject5.bin"/><Relationship Id="rId17" Type="http://schemas.openxmlformats.org/officeDocument/2006/relationships/image" Target="../media/image7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7.bin"/><Relationship Id="rId20" Type="http://schemas.openxmlformats.org/officeDocument/2006/relationships/oleObject" Target="../embeddings/oleObject9.bin"/><Relationship Id="rId1" Type="http://schemas.openxmlformats.org/officeDocument/2006/relationships/tags" Target="../tags/tag6.xml"/><Relationship Id="rId6" Type="http://schemas.openxmlformats.org/officeDocument/2006/relationships/oleObject" Target="../embeddings/oleObject2.bin"/><Relationship Id="rId11" Type="http://schemas.openxmlformats.org/officeDocument/2006/relationships/image" Target="../media/image4.wmf"/><Relationship Id="rId5" Type="http://schemas.openxmlformats.org/officeDocument/2006/relationships/image" Target="../media/image1.wmf"/><Relationship Id="rId15" Type="http://schemas.openxmlformats.org/officeDocument/2006/relationships/image" Target="../media/image6.wmf"/><Relationship Id="rId10" Type="http://schemas.openxmlformats.org/officeDocument/2006/relationships/oleObject" Target="../embeddings/oleObject4.bin"/><Relationship Id="rId19" Type="http://schemas.openxmlformats.org/officeDocument/2006/relationships/image" Target="../media/image8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3.wmf"/><Relationship Id="rId14" Type="http://schemas.openxmlformats.org/officeDocument/2006/relationships/oleObject" Target="../embeddings/oleObject6.bin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15.bin"/><Relationship Id="rId18" Type="http://schemas.openxmlformats.org/officeDocument/2006/relationships/oleObject" Target="../embeddings/oleObject18.bin"/><Relationship Id="rId26" Type="http://schemas.openxmlformats.org/officeDocument/2006/relationships/oleObject" Target="../embeddings/oleObject22.bin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17.wmf"/><Relationship Id="rId34" Type="http://schemas.openxmlformats.org/officeDocument/2006/relationships/oleObject" Target="../embeddings/oleObject26.bin"/><Relationship Id="rId7" Type="http://schemas.openxmlformats.org/officeDocument/2006/relationships/image" Target="../media/image11.wmf"/><Relationship Id="rId12" Type="http://schemas.openxmlformats.org/officeDocument/2006/relationships/oleObject" Target="../embeddings/oleObject14.bin"/><Relationship Id="rId17" Type="http://schemas.openxmlformats.org/officeDocument/2006/relationships/image" Target="../media/image15.wmf"/><Relationship Id="rId25" Type="http://schemas.openxmlformats.org/officeDocument/2006/relationships/image" Target="../media/image19.wmf"/><Relationship Id="rId33" Type="http://schemas.openxmlformats.org/officeDocument/2006/relationships/image" Target="../media/image23.wmf"/><Relationship Id="rId2" Type="http://schemas.openxmlformats.org/officeDocument/2006/relationships/slideLayout" Target="../slideLayouts/slideLayout12.xml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19.bin"/><Relationship Id="rId29" Type="http://schemas.openxmlformats.org/officeDocument/2006/relationships/image" Target="../media/image21.wmf"/><Relationship Id="rId1" Type="http://schemas.openxmlformats.org/officeDocument/2006/relationships/tags" Target="../tags/tag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3.wmf"/><Relationship Id="rId24" Type="http://schemas.openxmlformats.org/officeDocument/2006/relationships/oleObject" Target="../embeddings/oleObject21.bin"/><Relationship Id="rId32" Type="http://schemas.openxmlformats.org/officeDocument/2006/relationships/oleObject" Target="../embeddings/oleObject25.bin"/><Relationship Id="rId5" Type="http://schemas.openxmlformats.org/officeDocument/2006/relationships/image" Target="../media/image10.wmf"/><Relationship Id="rId15" Type="http://schemas.openxmlformats.org/officeDocument/2006/relationships/oleObject" Target="../embeddings/oleObject16.bin"/><Relationship Id="rId23" Type="http://schemas.openxmlformats.org/officeDocument/2006/relationships/image" Target="../media/image18.wmf"/><Relationship Id="rId28" Type="http://schemas.openxmlformats.org/officeDocument/2006/relationships/oleObject" Target="../embeddings/oleObject23.bin"/><Relationship Id="rId10" Type="http://schemas.openxmlformats.org/officeDocument/2006/relationships/oleObject" Target="../embeddings/oleObject13.bin"/><Relationship Id="rId19" Type="http://schemas.openxmlformats.org/officeDocument/2006/relationships/image" Target="../media/image16.wmf"/><Relationship Id="rId31" Type="http://schemas.openxmlformats.org/officeDocument/2006/relationships/image" Target="../media/image22.wmf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2.wmf"/><Relationship Id="rId14" Type="http://schemas.openxmlformats.org/officeDocument/2006/relationships/image" Target="../media/image14.wmf"/><Relationship Id="rId22" Type="http://schemas.openxmlformats.org/officeDocument/2006/relationships/oleObject" Target="../embeddings/oleObject20.bin"/><Relationship Id="rId27" Type="http://schemas.openxmlformats.org/officeDocument/2006/relationships/image" Target="../media/image20.wmf"/><Relationship Id="rId30" Type="http://schemas.openxmlformats.org/officeDocument/2006/relationships/oleObject" Target="../embeddings/oleObject24.bin"/><Relationship Id="rId8" Type="http://schemas.openxmlformats.org/officeDocument/2006/relationships/oleObject" Target="../embeddings/oleObject1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文本框 289"/>
          <p:cNvSpPr txBox="1"/>
          <p:nvPr/>
        </p:nvSpPr>
        <p:spPr>
          <a:xfrm>
            <a:off x="-2052320" y="3213101"/>
            <a:ext cx="120269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>
                <a:solidFill>
                  <a:schemeClr val="accent1">
                    <a:lumMod val="75000"/>
                  </a:schemeClr>
                </a:solidFill>
                <a:latin typeface="Times New Roman" panose="02020603050405020304" charset="0"/>
                <a:cs typeface="Times New Roman" panose="02020603050405020304" charset="0"/>
              </a:rPr>
              <a:t>Original image</a:t>
            </a:r>
          </a:p>
        </p:txBody>
      </p:sp>
      <p:grpSp>
        <p:nvGrpSpPr>
          <p:cNvPr id="135" name="组合 134"/>
          <p:cNvGrpSpPr/>
          <p:nvPr/>
        </p:nvGrpSpPr>
        <p:grpSpPr>
          <a:xfrm>
            <a:off x="2919378" y="978218"/>
            <a:ext cx="7231380" cy="5176520"/>
            <a:chOff x="3685" y="1431"/>
            <a:chExt cx="11388" cy="8152"/>
          </a:xfrm>
        </p:grpSpPr>
        <p:grpSp>
          <p:nvGrpSpPr>
            <p:cNvPr id="128" name="组合 127"/>
            <p:cNvGrpSpPr/>
            <p:nvPr/>
          </p:nvGrpSpPr>
          <p:grpSpPr>
            <a:xfrm>
              <a:off x="3685" y="1431"/>
              <a:ext cx="11388" cy="7733"/>
              <a:chOff x="3685" y="1431"/>
              <a:chExt cx="11388" cy="7733"/>
            </a:xfrm>
          </p:grpSpPr>
          <p:grpSp>
            <p:nvGrpSpPr>
              <p:cNvPr id="111" name="组合 110"/>
              <p:cNvGrpSpPr/>
              <p:nvPr/>
            </p:nvGrpSpPr>
            <p:grpSpPr>
              <a:xfrm>
                <a:off x="3685" y="1431"/>
                <a:ext cx="11389" cy="7443"/>
                <a:chOff x="3708" y="886"/>
                <a:chExt cx="11389" cy="7443"/>
              </a:xfrm>
            </p:grpSpPr>
            <p:grpSp>
              <p:nvGrpSpPr>
                <p:cNvPr id="544" name="组合 543"/>
                <p:cNvGrpSpPr/>
                <p:nvPr/>
              </p:nvGrpSpPr>
              <p:grpSpPr>
                <a:xfrm>
                  <a:off x="3708" y="1284"/>
                  <a:ext cx="10092" cy="6602"/>
                  <a:chOff x="3708" y="1284"/>
                  <a:chExt cx="10092" cy="6602"/>
                </a:xfrm>
              </p:grpSpPr>
              <p:sp>
                <p:nvSpPr>
                  <p:cNvPr id="236" name="矩形 235"/>
                  <p:cNvSpPr/>
                  <p:nvPr/>
                </p:nvSpPr>
                <p:spPr>
                  <a:xfrm>
                    <a:off x="12144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4" name="矩形 233"/>
                  <p:cNvSpPr/>
                  <p:nvPr/>
                </p:nvSpPr>
                <p:spPr>
                  <a:xfrm>
                    <a:off x="10222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2" name="矩形 231"/>
                  <p:cNvSpPr/>
                  <p:nvPr/>
                </p:nvSpPr>
                <p:spPr>
                  <a:xfrm>
                    <a:off x="7807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1" name="矩形 230"/>
                  <p:cNvSpPr/>
                  <p:nvPr/>
                </p:nvSpPr>
                <p:spPr>
                  <a:xfrm>
                    <a:off x="5882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230" name="矩形 229"/>
                  <p:cNvSpPr/>
                  <p:nvPr/>
                </p:nvSpPr>
                <p:spPr>
                  <a:xfrm>
                    <a:off x="3946" y="6922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6" name="矩形 95"/>
                  <p:cNvSpPr/>
                  <p:nvPr/>
                </p:nvSpPr>
                <p:spPr>
                  <a:xfrm>
                    <a:off x="10222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5" name="矩形 94"/>
                  <p:cNvSpPr/>
                  <p:nvPr/>
                </p:nvSpPr>
                <p:spPr>
                  <a:xfrm>
                    <a:off x="7813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4" name="矩形 93"/>
                  <p:cNvSpPr/>
                  <p:nvPr/>
                </p:nvSpPr>
                <p:spPr>
                  <a:xfrm>
                    <a:off x="5882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2" name="矩形 91"/>
                  <p:cNvSpPr/>
                  <p:nvPr/>
                </p:nvSpPr>
                <p:spPr>
                  <a:xfrm>
                    <a:off x="3946" y="1284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38" name="组合 137"/>
                  <p:cNvGrpSpPr/>
                  <p:nvPr/>
                </p:nvGrpSpPr>
                <p:grpSpPr>
                  <a:xfrm>
                    <a:off x="4059" y="1417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4" name="直接连接符 13"/>
                    <p:cNvCxnSpPr>
                      <a:stCxn id="5" idx="3"/>
                      <a:endCxn id="8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0" name="组合 19"/>
                    <p:cNvGrpSpPr/>
                    <p:nvPr/>
                  </p:nvGrpSpPr>
                  <p:grpSpPr>
                    <a:xfrm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4" name="椭圆 3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5" name="椭圆 4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6" name="椭圆 5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" name="椭圆 6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" name="椭圆 7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9" name="椭圆 8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0" name="椭圆 9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1" name="直接连接符 10"/>
                      <p:cNvCxnSpPr>
                        <a:stCxn id="10" idx="6"/>
                        <a:endCxn id="5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" name="直接连接符 11"/>
                      <p:cNvCxnSpPr>
                        <a:stCxn id="5" idx="6"/>
                        <a:endCxn id="4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直接连接符 12"/>
                      <p:cNvCxnSpPr>
                        <a:stCxn id="5" idx="5"/>
                        <a:endCxn id="6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" name="直接连接符 14"/>
                      <p:cNvCxnSpPr>
                        <a:stCxn id="6" idx="2"/>
                        <a:endCxn id="8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" name="直接连接符 15"/>
                      <p:cNvCxnSpPr>
                        <a:stCxn id="8" idx="1"/>
                        <a:endCxn id="1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" name="直接连接符 16"/>
                      <p:cNvCxnSpPr>
                        <a:stCxn id="9" idx="0"/>
                        <a:endCxn id="1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" name="直接连接符 17"/>
                      <p:cNvCxnSpPr>
                        <a:stCxn id="8" idx="3"/>
                        <a:endCxn id="9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" name="直接连接符 18"/>
                      <p:cNvCxnSpPr>
                        <a:stCxn id="9" idx="2"/>
                        <a:endCxn id="7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90" name="组合 89"/>
                  <p:cNvGrpSpPr/>
                  <p:nvPr/>
                </p:nvGrpSpPr>
                <p:grpSpPr>
                  <a:xfrm>
                    <a:off x="6001" y="1417"/>
                    <a:ext cx="1200" cy="714"/>
                    <a:chOff x="6001" y="1417"/>
                    <a:chExt cx="1200" cy="714"/>
                  </a:xfrm>
                </p:grpSpPr>
                <p:grpSp>
                  <p:nvGrpSpPr>
                    <p:cNvPr id="21" name="组合 20"/>
                    <p:cNvGrpSpPr/>
                    <p:nvPr/>
                  </p:nvGrpSpPr>
                  <p:grpSpPr>
                    <a:xfrm>
                      <a:off x="6001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22" name="椭圆 21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3" name="椭圆 22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4" name="椭圆 23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5" name="椭圆 24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6" name="椭圆 25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7" name="椭圆 26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8" name="椭圆 27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9" name="直接连接符 28"/>
                      <p:cNvCxnSpPr>
                        <a:stCxn id="28" idx="6"/>
                        <a:endCxn id="23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0" name="直接连接符 29"/>
                      <p:cNvCxnSpPr>
                        <a:stCxn id="23" idx="6"/>
                        <a:endCxn id="22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1" name="直接连接符 30"/>
                      <p:cNvCxnSpPr>
                        <a:stCxn id="23" idx="5"/>
                        <a:endCxn id="24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2" name="直接连接符 31"/>
                      <p:cNvCxnSpPr>
                        <a:stCxn id="24" idx="2"/>
                        <a:endCxn id="26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3" name="直接连接符 32"/>
                      <p:cNvCxnSpPr>
                        <a:stCxn id="26" idx="1"/>
                        <a:endCxn id="2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4" name="直接连接符 33"/>
                      <p:cNvCxnSpPr>
                        <a:stCxn id="27" idx="0"/>
                        <a:endCxn id="2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5" name="直接连接符 34"/>
                      <p:cNvCxnSpPr>
                        <a:stCxn id="26" idx="3"/>
                        <a:endCxn id="27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36" name="直接连接符 35"/>
                      <p:cNvCxnSpPr>
                        <a:stCxn id="27" idx="2"/>
                        <a:endCxn id="25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3" name="直接连接符 52"/>
                    <p:cNvCxnSpPr>
                      <a:stCxn id="23" idx="3"/>
                      <a:endCxn id="26" idx="7"/>
                    </p:cNvCxnSpPr>
                    <p:nvPr/>
                  </p:nvCxnSpPr>
                  <p:spPr>
                    <a:xfrm flipH="1">
                      <a:off x="6630" y="1627"/>
                      <a:ext cx="69" cy="16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1" name="组合 70"/>
                  <p:cNvGrpSpPr/>
                  <p:nvPr/>
                </p:nvGrpSpPr>
                <p:grpSpPr>
                  <a:xfrm>
                    <a:off x="7913" y="1417"/>
                    <a:ext cx="1200" cy="714"/>
                    <a:chOff x="7925" y="1417"/>
                    <a:chExt cx="1200" cy="714"/>
                  </a:xfrm>
                </p:grpSpPr>
                <p:grpSp>
                  <p:nvGrpSpPr>
                    <p:cNvPr id="37" name="组合 36"/>
                    <p:cNvGrpSpPr/>
                    <p:nvPr/>
                  </p:nvGrpSpPr>
                  <p:grpSpPr>
                    <a:xfrm>
                      <a:off x="7925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38" name="椭圆 37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39" name="椭圆 38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0" name="椭圆 39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1" name="椭圆 40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2" name="椭圆 41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3" name="椭圆 42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44" name="椭圆 43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45" name="直接连接符 44"/>
                      <p:cNvCxnSpPr>
                        <a:stCxn id="44" idx="6"/>
                        <a:endCxn id="39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6" name="直接连接符 45"/>
                      <p:cNvCxnSpPr>
                        <a:stCxn id="39" idx="6"/>
                        <a:endCxn id="38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7" name="直接连接符 46"/>
                      <p:cNvCxnSpPr>
                        <a:stCxn id="39" idx="5"/>
                        <a:endCxn id="40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8" name="直接连接符 47"/>
                      <p:cNvCxnSpPr>
                        <a:stCxn id="40" idx="2"/>
                        <a:endCxn id="42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49" name="直接连接符 48"/>
                      <p:cNvCxnSpPr>
                        <a:stCxn id="42" idx="1"/>
                        <a:endCxn id="4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0" name="直接连接符 49"/>
                      <p:cNvCxnSpPr>
                        <a:stCxn id="43" idx="0"/>
                        <a:endCxn id="4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1" name="直接连接符 50"/>
                      <p:cNvCxnSpPr>
                        <a:stCxn id="42" idx="3"/>
                        <a:endCxn id="43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2" name="直接连接符 51"/>
                      <p:cNvCxnSpPr>
                        <a:stCxn id="43" idx="2"/>
                        <a:endCxn id="41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54" name="直接连接符 53"/>
                    <p:cNvCxnSpPr>
                      <a:stCxn id="39" idx="3"/>
                      <a:endCxn id="42" idx="7"/>
                    </p:cNvCxnSpPr>
                    <p:nvPr/>
                  </p:nvCxnSpPr>
                  <p:spPr>
                    <a:xfrm flipH="1">
                      <a:off x="8554" y="1627"/>
                      <a:ext cx="69" cy="16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72" name="组合 71"/>
                  <p:cNvGrpSpPr/>
                  <p:nvPr/>
                </p:nvGrpSpPr>
                <p:grpSpPr>
                  <a:xfrm>
                    <a:off x="10328" y="1417"/>
                    <a:ext cx="1200" cy="714"/>
                    <a:chOff x="7925" y="1417"/>
                    <a:chExt cx="1200" cy="714"/>
                  </a:xfrm>
                </p:grpSpPr>
                <p:grpSp>
                  <p:nvGrpSpPr>
                    <p:cNvPr id="73" name="组合 72"/>
                    <p:cNvGrpSpPr/>
                    <p:nvPr/>
                  </p:nvGrpSpPr>
                  <p:grpSpPr>
                    <a:xfrm>
                      <a:off x="7925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74" name="椭圆 73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5" name="椭圆 74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6" name="椭圆 75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7" name="椭圆 76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8" name="椭圆 77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79" name="椭圆 78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E1D2E5"/>
                      </a:solidFill>
                      <a:ln w="6350">
                        <a:solidFill>
                          <a:srgbClr val="9F6AAE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80" name="椭圆 79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81" name="直接连接符 80"/>
                      <p:cNvCxnSpPr>
                        <a:stCxn id="80" idx="6"/>
                        <a:endCxn id="75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2" name="直接连接符 81"/>
                      <p:cNvCxnSpPr>
                        <a:stCxn id="75" idx="6"/>
                        <a:endCxn id="74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3" name="直接连接符 82"/>
                      <p:cNvCxnSpPr>
                        <a:stCxn id="75" idx="5"/>
                        <a:endCxn id="76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4" name="直接连接符 83"/>
                      <p:cNvCxnSpPr>
                        <a:stCxn id="76" idx="2"/>
                        <a:endCxn id="78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5" name="直接连接符 84"/>
                      <p:cNvCxnSpPr>
                        <a:stCxn id="78" idx="1"/>
                        <a:endCxn id="8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6" name="直接连接符 85"/>
                      <p:cNvCxnSpPr>
                        <a:stCxn id="79" idx="0"/>
                        <a:endCxn id="80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7" name="直接连接符 86"/>
                      <p:cNvCxnSpPr>
                        <a:stCxn id="78" idx="3"/>
                        <a:endCxn id="79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88" name="直接连接符 87"/>
                      <p:cNvCxnSpPr>
                        <a:stCxn id="79" idx="2"/>
                        <a:endCxn id="77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  <p:cxnSp>
                  <p:nvCxnSpPr>
                    <p:cNvPr id="89" name="直接连接符 88"/>
                    <p:cNvCxnSpPr>
                      <a:stCxn id="75" idx="3"/>
                      <a:endCxn id="78" idx="7"/>
                    </p:cNvCxnSpPr>
                    <p:nvPr/>
                  </p:nvCxnSpPr>
                  <p:spPr>
                    <a:xfrm flipH="1">
                      <a:off x="8554" y="1627"/>
                      <a:ext cx="69" cy="161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444" name="矩形 443"/>
                  <p:cNvSpPr/>
                  <p:nvPr/>
                </p:nvSpPr>
                <p:spPr>
                  <a:xfrm>
                    <a:off x="3821" y="6096"/>
                    <a:ext cx="7938" cy="590"/>
                  </a:xfrm>
                  <a:prstGeom prst="rect">
                    <a:avLst/>
                  </a:prstGeom>
                  <a:solidFill>
                    <a:srgbClr val="D9E8FB"/>
                  </a:solidFill>
                  <a:ln w="15875">
                    <a:solidFill>
                      <a:srgbClr val="90B9ED"/>
                    </a:solidFill>
                    <a:prstDash val="sys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6" name="矩形 435"/>
                  <p:cNvSpPr/>
                  <p:nvPr/>
                </p:nvSpPr>
                <p:spPr>
                  <a:xfrm>
                    <a:off x="3821" y="3061"/>
                    <a:ext cx="7938" cy="3033"/>
                  </a:xfrm>
                  <a:prstGeom prst="rect">
                    <a:avLst/>
                  </a:prstGeom>
                  <a:solidFill>
                    <a:srgbClr val="FFF2CC"/>
                  </a:solidFill>
                  <a:ln w="15875">
                    <a:solidFill>
                      <a:srgbClr val="FFD88B"/>
                    </a:solidFill>
                    <a:prstDash val="sys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7" name="矩形 96"/>
                  <p:cNvSpPr/>
                  <p:nvPr/>
                </p:nvSpPr>
                <p:spPr>
                  <a:xfrm>
                    <a:off x="3946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8" name="矩形 97"/>
                  <p:cNvSpPr/>
                  <p:nvPr/>
                </p:nvSpPr>
                <p:spPr>
                  <a:xfrm>
                    <a:off x="5882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99" name="矩形 98"/>
                  <p:cNvSpPr/>
                  <p:nvPr/>
                </p:nvSpPr>
                <p:spPr>
                  <a:xfrm>
                    <a:off x="10222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100" name="矩形 99"/>
                  <p:cNvSpPr/>
                  <p:nvPr/>
                </p:nvSpPr>
                <p:spPr>
                  <a:xfrm>
                    <a:off x="7813" y="4323"/>
                    <a:ext cx="1417" cy="96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139" name="组合 138"/>
                  <p:cNvGrpSpPr/>
                  <p:nvPr/>
                </p:nvGrpSpPr>
                <p:grpSpPr>
                  <a:xfrm>
                    <a:off x="4059" y="7052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40" name="直接连接符 139"/>
                    <p:cNvCxnSpPr>
                      <a:stCxn id="143" idx="3"/>
                      <a:endCxn id="146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41" name="组合 140"/>
                    <p:cNvGrpSpPr/>
                    <p:nvPr/>
                  </p:nvGrpSpPr>
                  <p:grpSpPr>
                    <a:xfrm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42" name="椭圆 141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3" name="椭圆 142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4" name="椭圆 143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5" name="椭圆 144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6" name="椭圆 145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7" name="椭圆 146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48" name="椭圆 147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49" name="直接连接符 148"/>
                      <p:cNvCxnSpPr>
                        <a:stCxn id="148" idx="6"/>
                        <a:endCxn id="143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0" name="直接连接符 149"/>
                      <p:cNvCxnSpPr>
                        <a:stCxn id="143" idx="6"/>
                        <a:endCxn id="142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1" name="直接连接符 150"/>
                      <p:cNvCxnSpPr>
                        <a:stCxn id="143" idx="5"/>
                        <a:endCxn id="144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2" name="直接连接符 151"/>
                      <p:cNvCxnSpPr>
                        <a:stCxn id="144" idx="2"/>
                        <a:endCxn id="146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3" name="直接连接符 152"/>
                      <p:cNvCxnSpPr>
                        <a:stCxn id="146" idx="1"/>
                        <a:endCxn id="14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4" name="直接连接符 153"/>
                      <p:cNvCxnSpPr>
                        <a:stCxn id="147" idx="0"/>
                        <a:endCxn id="148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5" name="直接连接符 154"/>
                      <p:cNvCxnSpPr>
                        <a:stCxn id="146" idx="3"/>
                        <a:endCxn id="147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56" name="直接连接符 155"/>
                      <p:cNvCxnSpPr>
                        <a:stCxn id="147" idx="2"/>
                        <a:endCxn id="145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57" name="组合 156"/>
                  <p:cNvGrpSpPr/>
                  <p:nvPr/>
                </p:nvGrpSpPr>
                <p:grpSpPr>
                  <a:xfrm>
                    <a:off x="6001" y="7053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58" name="直接连接符 157"/>
                    <p:cNvCxnSpPr>
                      <a:stCxn id="161" idx="3"/>
                      <a:endCxn id="164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59" name="组合 158"/>
                    <p:cNvGrpSpPr/>
                    <p:nvPr/>
                  </p:nvGrpSpPr>
                  <p:grpSpPr>
                    <a:xfrm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60" name="椭圆 159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1" name="椭圆 160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2" name="椭圆 161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3" name="椭圆 162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4" name="椭圆 163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5" name="椭圆 164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66" name="椭圆 165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67" name="直接连接符 166"/>
                      <p:cNvCxnSpPr>
                        <a:stCxn id="166" idx="6"/>
                        <a:endCxn id="161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8" name="直接连接符 167"/>
                      <p:cNvCxnSpPr>
                        <a:stCxn id="161" idx="6"/>
                        <a:endCxn id="160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69" name="直接连接符 168"/>
                      <p:cNvCxnSpPr>
                        <a:stCxn id="161" idx="5"/>
                        <a:endCxn id="162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0" name="直接连接符 169"/>
                      <p:cNvCxnSpPr>
                        <a:stCxn id="162" idx="2"/>
                        <a:endCxn id="164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1" name="直接连接符 170"/>
                      <p:cNvCxnSpPr>
                        <a:stCxn id="164" idx="1"/>
                        <a:endCxn id="166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2" name="直接连接符 171"/>
                      <p:cNvCxnSpPr>
                        <a:stCxn id="165" idx="0"/>
                        <a:endCxn id="166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3" name="直接连接符 172"/>
                      <p:cNvCxnSpPr>
                        <a:stCxn id="164" idx="3"/>
                        <a:endCxn id="165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74" name="直接连接符 173"/>
                      <p:cNvCxnSpPr>
                        <a:stCxn id="165" idx="2"/>
                        <a:endCxn id="163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75" name="组合 174"/>
                  <p:cNvGrpSpPr/>
                  <p:nvPr/>
                </p:nvGrpSpPr>
                <p:grpSpPr>
                  <a:xfrm>
                    <a:off x="7930" y="7051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76" name="直接连接符 175"/>
                    <p:cNvCxnSpPr>
                      <a:stCxn id="179" idx="3"/>
                      <a:endCxn id="182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77" name="组合 176"/>
                    <p:cNvGrpSpPr/>
                    <p:nvPr/>
                  </p:nvGrpSpPr>
                  <p:grpSpPr>
                    <a:xfrm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78" name="椭圆 177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79" name="椭圆 178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0" name="椭圆 179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1" name="椭圆 180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2" name="椭圆 181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3" name="椭圆 182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84" name="椭圆 183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185" name="直接连接符 184"/>
                      <p:cNvCxnSpPr>
                        <a:stCxn id="184" idx="6"/>
                        <a:endCxn id="179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6" name="直接连接符 185"/>
                      <p:cNvCxnSpPr>
                        <a:stCxn id="179" idx="6"/>
                        <a:endCxn id="178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7" name="直接连接符 186"/>
                      <p:cNvCxnSpPr>
                        <a:stCxn id="179" idx="5"/>
                        <a:endCxn id="180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8" name="直接连接符 187"/>
                      <p:cNvCxnSpPr>
                        <a:stCxn id="180" idx="2"/>
                        <a:endCxn id="182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89" name="直接连接符 188"/>
                      <p:cNvCxnSpPr>
                        <a:stCxn id="182" idx="1"/>
                        <a:endCxn id="18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0" name="直接连接符 189"/>
                      <p:cNvCxnSpPr>
                        <a:stCxn id="183" idx="0"/>
                        <a:endCxn id="184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1" name="直接连接符 190"/>
                      <p:cNvCxnSpPr>
                        <a:stCxn id="182" idx="3"/>
                        <a:endCxn id="183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92" name="直接连接符 191"/>
                      <p:cNvCxnSpPr>
                        <a:stCxn id="183" idx="2"/>
                        <a:endCxn id="181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93" name="组合 192"/>
                  <p:cNvGrpSpPr/>
                  <p:nvPr/>
                </p:nvGrpSpPr>
                <p:grpSpPr>
                  <a:xfrm>
                    <a:off x="10328" y="7054"/>
                    <a:ext cx="1200" cy="714"/>
                    <a:chOff x="4059" y="1417"/>
                    <a:chExt cx="1200" cy="714"/>
                  </a:xfrm>
                </p:grpSpPr>
                <p:cxnSp>
                  <p:nvCxnSpPr>
                    <p:cNvPr id="194" name="直接连接符 193"/>
                    <p:cNvCxnSpPr>
                      <a:stCxn id="197" idx="3"/>
                      <a:endCxn id="200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ln>
                      <a:solidFill>
                        <a:schemeClr val="tx1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95" name="组合 194"/>
                    <p:cNvGrpSpPr/>
                    <p:nvPr/>
                  </p:nvGrpSpPr>
                  <p:grpSpPr>
                    <a:xfrm>
                      <a:off x="4059" y="1417"/>
                      <a:ext cx="1201" cy="714"/>
                      <a:chOff x="4059" y="1417"/>
                      <a:chExt cx="1201" cy="714"/>
                    </a:xfrm>
                  </p:grpSpPr>
                  <p:sp>
                    <p:nvSpPr>
                      <p:cNvPr id="196" name="椭圆 195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7" name="椭圆 196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8" name="椭圆 197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199" name="椭圆 198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0" name="椭圆 199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1" name="椭圆 200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FFD2CD"/>
                      </a:solidFill>
                      <a:ln w="6350">
                        <a:solidFill>
                          <a:srgbClr val="A20F00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02" name="椭圆 201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solidFill>
                        <a:srgbClr val="D2E5FA"/>
                      </a:solidFill>
                      <a:ln w="6350">
                        <a:solidFill>
                          <a:srgbClr val="1764A5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03" name="直接连接符 202"/>
                      <p:cNvCxnSpPr>
                        <a:stCxn id="202" idx="6"/>
                        <a:endCxn id="197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4" name="直接连接符 203"/>
                      <p:cNvCxnSpPr>
                        <a:stCxn id="197" idx="6"/>
                        <a:endCxn id="196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5" name="直接连接符 204"/>
                      <p:cNvCxnSpPr>
                        <a:stCxn id="197" idx="5"/>
                        <a:endCxn id="198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6" name="直接连接符 205"/>
                      <p:cNvCxnSpPr>
                        <a:stCxn id="198" idx="2"/>
                        <a:endCxn id="200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7" name="直接连接符 206"/>
                      <p:cNvCxnSpPr>
                        <a:stCxn id="200" idx="1"/>
                        <a:endCxn id="202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8" name="直接连接符 207"/>
                      <p:cNvCxnSpPr>
                        <a:stCxn id="201" idx="0"/>
                        <a:endCxn id="202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09" name="直接连接符 208"/>
                      <p:cNvCxnSpPr>
                        <a:stCxn id="200" idx="3"/>
                        <a:endCxn id="201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10" name="直接连接符 209"/>
                      <p:cNvCxnSpPr>
                        <a:stCxn id="201" idx="2"/>
                        <a:endCxn id="199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ln>
                        <a:solidFill>
                          <a:schemeClr val="tx1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212" name="组合 211"/>
                  <p:cNvGrpSpPr/>
                  <p:nvPr/>
                </p:nvGrpSpPr>
                <p:grpSpPr>
                  <a:xfrm>
                    <a:off x="12268" y="7055"/>
                    <a:ext cx="1200" cy="714"/>
                    <a:chOff x="4059" y="1417"/>
                    <a:chExt cx="1200" cy="714"/>
                  </a:xfrm>
                  <a:solidFill>
                    <a:srgbClr val="B7C9D2"/>
                  </a:solidFill>
                </p:grpSpPr>
                <p:cxnSp>
                  <p:nvCxnSpPr>
                    <p:cNvPr id="213" name="直接连接符 212"/>
                    <p:cNvCxnSpPr>
                      <a:stCxn id="216" idx="3"/>
                      <a:endCxn id="219" idx="7"/>
                    </p:cNvCxnSpPr>
                    <p:nvPr/>
                  </p:nvCxnSpPr>
                  <p:spPr>
                    <a:xfrm flipH="1">
                      <a:off x="4688" y="1627"/>
                      <a:ext cx="68" cy="160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214" name="组合 213"/>
                    <p:cNvGrpSpPr/>
                    <p:nvPr/>
                  </p:nvGrpSpPr>
                  <p:grpSpPr>
                    <a:xfrm>
                      <a:off x="4059" y="1417"/>
                      <a:ext cx="1201" cy="714"/>
                      <a:chOff x="4059" y="1417"/>
                      <a:chExt cx="1201" cy="714"/>
                    </a:xfrm>
                    <a:grpFill/>
                  </p:grpSpPr>
                  <p:sp>
                    <p:nvSpPr>
                      <p:cNvPr id="215" name="椭圆 214"/>
                      <p:cNvSpPr/>
                      <p:nvPr/>
                    </p:nvSpPr>
                    <p:spPr>
                      <a:xfrm>
                        <a:off x="5148" y="1417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6" name="椭圆 215"/>
                      <p:cNvSpPr/>
                      <p:nvPr/>
                    </p:nvSpPr>
                    <p:spPr>
                      <a:xfrm>
                        <a:off x="4740" y="1531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7" name="椭圆 216"/>
                      <p:cNvSpPr/>
                      <p:nvPr/>
                    </p:nvSpPr>
                    <p:spPr>
                      <a:xfrm>
                        <a:off x="5023" y="2019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8" name="椭圆 217"/>
                      <p:cNvSpPr/>
                      <p:nvPr/>
                    </p:nvSpPr>
                    <p:spPr>
                      <a:xfrm>
                        <a:off x="4059" y="2018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19" name="椭圆 218"/>
                      <p:cNvSpPr/>
                      <p:nvPr/>
                    </p:nvSpPr>
                    <p:spPr>
                      <a:xfrm>
                        <a:off x="4592" y="1771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0" name="椭圆 219"/>
                      <p:cNvSpPr/>
                      <p:nvPr/>
                    </p:nvSpPr>
                    <p:spPr>
                      <a:xfrm>
                        <a:off x="4301" y="2019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sp>
                    <p:nvSpPr>
                      <p:cNvPr id="221" name="椭圆 220"/>
                      <p:cNvSpPr/>
                      <p:nvPr/>
                    </p:nvSpPr>
                    <p:spPr>
                      <a:xfrm>
                        <a:off x="4173" y="1417"/>
                        <a:ext cx="113" cy="113"/>
                      </a:xfrm>
                      <a:prstGeom prst="ellipse">
                        <a:avLst/>
                      </a:prstGeom>
                      <a:grpFill/>
                      <a:ln w="6350">
                        <a:solidFill>
                          <a:srgbClr val="4F626B"/>
                        </a:solidFill>
                      </a:ln>
                    </p:spPr>
                    <p:style>
                      <a:lnRef idx="2">
                        <a:schemeClr val="accent1">
                          <a:lumMod val="7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rgbClr val="FFFFFF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zh-CN" altLang="en-US"/>
                      </a:p>
                    </p:txBody>
                  </p:sp>
                  <p:cxnSp>
                    <p:nvCxnSpPr>
                      <p:cNvPr id="222" name="直接连接符 221"/>
                      <p:cNvCxnSpPr>
                        <a:stCxn id="221" idx="6"/>
                        <a:endCxn id="216" idx="2"/>
                      </p:cNvCxnSpPr>
                      <p:nvPr/>
                    </p:nvCxnSpPr>
                    <p:spPr>
                      <a:xfrm>
                        <a:off x="4286" y="1473"/>
                        <a:ext cx="454" cy="114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3" name="直接连接符 222"/>
                      <p:cNvCxnSpPr>
                        <a:stCxn id="216" idx="6"/>
                        <a:endCxn id="215" idx="3"/>
                      </p:cNvCxnSpPr>
                      <p:nvPr/>
                    </p:nvCxnSpPr>
                    <p:spPr>
                      <a:xfrm flipV="1">
                        <a:off x="4853" y="1514"/>
                        <a:ext cx="311" cy="73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4" name="直接连接符 223"/>
                      <p:cNvCxnSpPr>
                        <a:stCxn id="216" idx="5"/>
                        <a:endCxn id="217" idx="1"/>
                      </p:cNvCxnSpPr>
                      <p:nvPr/>
                    </p:nvCxnSpPr>
                    <p:spPr>
                      <a:xfrm>
                        <a:off x="4836" y="1627"/>
                        <a:ext cx="204" cy="409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5" name="直接连接符 224"/>
                      <p:cNvCxnSpPr>
                        <a:stCxn id="217" idx="2"/>
                        <a:endCxn id="219" idx="5"/>
                      </p:cNvCxnSpPr>
                      <p:nvPr/>
                    </p:nvCxnSpPr>
                    <p:spPr>
                      <a:xfrm flipH="1" flipV="1">
                        <a:off x="4688" y="1867"/>
                        <a:ext cx="335" cy="208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6" name="直接连接符 225"/>
                      <p:cNvCxnSpPr>
                        <a:stCxn id="219" idx="1"/>
                        <a:endCxn id="221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339" cy="274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7" name="直接连接符 226"/>
                      <p:cNvCxnSpPr>
                        <a:stCxn id="220" idx="0"/>
                        <a:endCxn id="221" idx="5"/>
                      </p:cNvCxnSpPr>
                      <p:nvPr/>
                    </p:nvCxnSpPr>
                    <p:spPr>
                      <a:xfrm flipH="1" flipV="1">
                        <a:off x="4269" y="1513"/>
                        <a:ext cx="88" cy="506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8" name="直接连接符 227"/>
                      <p:cNvCxnSpPr>
                        <a:stCxn id="219" idx="3"/>
                        <a:endCxn id="220" idx="7"/>
                      </p:cNvCxnSpPr>
                      <p:nvPr/>
                    </p:nvCxnSpPr>
                    <p:spPr>
                      <a:xfrm flipH="1">
                        <a:off x="4397" y="1867"/>
                        <a:ext cx="211" cy="168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29" name="直接连接符 228"/>
                      <p:cNvCxnSpPr>
                        <a:stCxn id="220" idx="2"/>
                        <a:endCxn id="218" idx="6"/>
                      </p:cNvCxnSpPr>
                      <p:nvPr/>
                    </p:nvCxnSpPr>
                    <p:spPr>
                      <a:xfrm flipH="1">
                        <a:off x="4172" y="2075"/>
                        <a:ext cx="129" cy="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257" name="组合 256"/>
                  <p:cNvGrpSpPr/>
                  <p:nvPr/>
                </p:nvGrpSpPr>
                <p:grpSpPr>
                  <a:xfrm>
                    <a:off x="4059" y="4445"/>
                    <a:ext cx="1202" cy="715"/>
                    <a:chOff x="4059" y="1417"/>
                    <a:chExt cx="1202" cy="715"/>
                  </a:xfrm>
                  <a:solidFill>
                    <a:srgbClr val="B7C9D2"/>
                  </a:solidFill>
                </p:grpSpPr>
                <p:sp>
                  <p:nvSpPr>
                    <p:cNvPr id="258" name="椭圆 257"/>
                    <p:cNvSpPr/>
                    <p:nvPr/>
                  </p:nvSpPr>
                  <p:spPr>
                    <a:xfrm>
                      <a:off x="5148" y="1417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59" name="椭圆 258"/>
                    <p:cNvSpPr/>
                    <p:nvPr/>
                  </p:nvSpPr>
                  <p:spPr>
                    <a:xfrm>
                      <a:off x="4740" y="1531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0" name="椭圆 259"/>
                    <p:cNvSpPr/>
                    <p:nvPr/>
                  </p:nvSpPr>
                  <p:spPr>
                    <a:xfrm>
                      <a:off x="5023" y="2019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1" name="椭圆 260"/>
                    <p:cNvSpPr/>
                    <p:nvPr/>
                  </p:nvSpPr>
                  <p:spPr>
                    <a:xfrm>
                      <a:off x="4059" y="2018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2" name="椭圆 261"/>
                    <p:cNvSpPr/>
                    <p:nvPr/>
                  </p:nvSpPr>
                  <p:spPr>
                    <a:xfrm>
                      <a:off x="4592" y="1771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3" name="椭圆 262"/>
                    <p:cNvSpPr/>
                    <p:nvPr/>
                  </p:nvSpPr>
                  <p:spPr>
                    <a:xfrm>
                      <a:off x="4301" y="2019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264" name="椭圆 263"/>
                    <p:cNvSpPr/>
                    <p:nvPr/>
                  </p:nvSpPr>
                  <p:spPr>
                    <a:xfrm>
                      <a:off x="4173" y="1417"/>
                      <a:ext cx="113" cy="113"/>
                    </a:xfrm>
                    <a:prstGeom prst="ellipse">
                      <a:avLst/>
                    </a:prstGeom>
                    <a:grpFill/>
                    <a:ln w="6350">
                      <a:solidFill>
                        <a:srgbClr val="4F626B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cxnSp>
                  <p:nvCxnSpPr>
                    <p:cNvPr id="265" name="直接连接符 264"/>
                    <p:cNvCxnSpPr>
                      <a:stCxn id="264" idx="6"/>
                      <a:endCxn id="259" idx="2"/>
                    </p:cNvCxnSpPr>
                    <p:nvPr/>
                  </p:nvCxnSpPr>
                  <p:spPr>
                    <a:xfrm>
                      <a:off x="4286" y="1473"/>
                      <a:ext cx="454" cy="114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6" name="直接连接符 265"/>
                    <p:cNvCxnSpPr>
                      <a:stCxn id="259" idx="6"/>
                      <a:endCxn id="258" idx="3"/>
                    </p:cNvCxnSpPr>
                    <p:nvPr/>
                  </p:nvCxnSpPr>
                  <p:spPr>
                    <a:xfrm flipV="1">
                      <a:off x="4853" y="1514"/>
                      <a:ext cx="311" cy="73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7" name="直接连接符 266"/>
                    <p:cNvCxnSpPr>
                      <a:stCxn id="259" idx="5"/>
                      <a:endCxn id="260" idx="1"/>
                    </p:cNvCxnSpPr>
                    <p:nvPr/>
                  </p:nvCxnSpPr>
                  <p:spPr>
                    <a:xfrm>
                      <a:off x="4836" y="1627"/>
                      <a:ext cx="204" cy="409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68" name="直接连接符 267"/>
                    <p:cNvCxnSpPr>
                      <a:stCxn id="260" idx="2"/>
                      <a:endCxn id="262" idx="5"/>
                    </p:cNvCxnSpPr>
                    <p:nvPr/>
                  </p:nvCxnSpPr>
                  <p:spPr>
                    <a:xfrm flipH="1" flipV="1">
                      <a:off x="4688" y="1867"/>
                      <a:ext cx="335" cy="208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0" name="直接连接符 269"/>
                    <p:cNvCxnSpPr>
                      <a:stCxn id="263" idx="0"/>
                      <a:endCxn id="264" idx="5"/>
                    </p:cNvCxnSpPr>
                    <p:nvPr/>
                  </p:nvCxnSpPr>
                  <p:spPr>
                    <a:xfrm flipH="1" flipV="1">
                      <a:off x="4269" y="1513"/>
                      <a:ext cx="88" cy="506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1" name="直接连接符 270"/>
                    <p:cNvCxnSpPr>
                      <a:stCxn id="262" idx="3"/>
                      <a:endCxn id="263" idx="7"/>
                    </p:cNvCxnSpPr>
                    <p:nvPr/>
                  </p:nvCxnSpPr>
                  <p:spPr>
                    <a:xfrm flipH="1">
                      <a:off x="4397" y="1867"/>
                      <a:ext cx="211" cy="168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72" name="直接连接符 271"/>
                    <p:cNvCxnSpPr>
                      <a:stCxn id="263" idx="2"/>
                      <a:endCxn id="261" idx="6"/>
                    </p:cNvCxnSpPr>
                    <p:nvPr/>
                  </p:nvCxnSpPr>
                  <p:spPr>
                    <a:xfrm flipH="1">
                      <a:off x="4172" y="2075"/>
                      <a:ext cx="129" cy="0"/>
                    </a:xfrm>
                    <a:prstGeom prst="line">
                      <a:avLst/>
                    </a:prstGeom>
                    <a:grpFill/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80" name="组合 379"/>
                  <p:cNvGrpSpPr/>
                  <p:nvPr/>
                </p:nvGrpSpPr>
                <p:grpSpPr>
                  <a:xfrm>
                    <a:off x="6001" y="4444"/>
                    <a:ext cx="1202" cy="714"/>
                    <a:chOff x="6001" y="4444"/>
                    <a:chExt cx="1202" cy="714"/>
                  </a:xfrm>
                </p:grpSpPr>
                <p:grpSp>
                  <p:nvGrpSpPr>
                    <p:cNvPr id="237" name="组合 236"/>
                    <p:cNvGrpSpPr/>
                    <p:nvPr/>
                  </p:nvGrpSpPr>
                  <p:grpSpPr>
                    <a:xfrm>
                      <a:off x="6001" y="4444"/>
                      <a:ext cx="1202" cy="715"/>
                      <a:chOff x="4059" y="1417"/>
                      <a:chExt cx="1202" cy="715"/>
                    </a:xfrm>
                    <a:solidFill>
                      <a:srgbClr val="B7C9D2"/>
                    </a:solidFill>
                  </p:grpSpPr>
                  <p:cxnSp>
                    <p:nvCxnSpPr>
                      <p:cNvPr id="238" name="直接连接符 237"/>
                      <p:cNvCxnSpPr>
                        <a:stCxn id="241" idx="3"/>
                        <a:endCxn id="244" idx="0"/>
                      </p:cNvCxnSpPr>
                      <p:nvPr/>
                    </p:nvCxnSpPr>
                    <p:spPr>
                      <a:xfrm flipH="1">
                        <a:off x="4649" y="1627"/>
                        <a:ext cx="108" cy="144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239" name="组合 238"/>
                      <p:cNvGrpSpPr/>
                      <p:nvPr/>
                    </p:nvGrpSpPr>
                    <p:grpSpPr>
                      <a:xfrm>
                        <a:off x="4059" y="1417"/>
                        <a:ext cx="1202" cy="715"/>
                        <a:chOff x="4059" y="1417"/>
                        <a:chExt cx="1202" cy="715"/>
                      </a:xfrm>
                      <a:grpFill/>
                    </p:grpSpPr>
                    <p:sp>
                      <p:nvSpPr>
                        <p:cNvPr id="240" name="椭圆 239"/>
                        <p:cNvSpPr/>
                        <p:nvPr/>
                      </p:nvSpPr>
                      <p:spPr>
                        <a:xfrm>
                          <a:off x="5148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1" name="椭圆 240"/>
                        <p:cNvSpPr/>
                        <p:nvPr/>
                      </p:nvSpPr>
                      <p:spPr>
                        <a:xfrm>
                          <a:off x="4740" y="153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2" name="椭圆 241"/>
                        <p:cNvSpPr/>
                        <p:nvPr/>
                      </p:nvSpPr>
                      <p:spPr>
                        <a:xfrm>
                          <a:off x="5023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3" name="椭圆 242"/>
                        <p:cNvSpPr/>
                        <p:nvPr/>
                      </p:nvSpPr>
                      <p:spPr>
                        <a:xfrm>
                          <a:off x="4059" y="2018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4" name="椭圆 243"/>
                        <p:cNvSpPr/>
                        <p:nvPr/>
                      </p:nvSpPr>
                      <p:spPr>
                        <a:xfrm>
                          <a:off x="4592" y="177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5" name="椭圆 244"/>
                        <p:cNvSpPr/>
                        <p:nvPr/>
                      </p:nvSpPr>
                      <p:spPr>
                        <a:xfrm>
                          <a:off x="4301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246" name="椭圆 245"/>
                        <p:cNvSpPr/>
                        <p:nvPr/>
                      </p:nvSpPr>
                      <p:spPr>
                        <a:xfrm>
                          <a:off x="4173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247" name="直接连接符 246"/>
                        <p:cNvCxnSpPr>
                          <a:stCxn id="246" idx="6"/>
                          <a:endCxn id="241" idx="2"/>
                        </p:cNvCxnSpPr>
                        <p:nvPr/>
                      </p:nvCxnSpPr>
                      <p:spPr>
                        <a:xfrm>
                          <a:off x="4286" y="1473"/>
                          <a:ext cx="454" cy="114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8" name="直接连接符 247"/>
                        <p:cNvCxnSpPr>
                          <a:stCxn id="241" idx="6"/>
                          <a:endCxn id="240" idx="3"/>
                        </p:cNvCxnSpPr>
                        <p:nvPr/>
                      </p:nvCxnSpPr>
                      <p:spPr>
                        <a:xfrm flipV="1">
                          <a:off x="4853" y="1514"/>
                          <a:ext cx="311" cy="73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49" name="直接连接符 248"/>
                        <p:cNvCxnSpPr>
                          <a:stCxn id="241" idx="5"/>
                          <a:endCxn id="242" idx="1"/>
                        </p:cNvCxnSpPr>
                        <p:nvPr/>
                      </p:nvCxnSpPr>
                      <p:spPr>
                        <a:xfrm>
                          <a:off x="4836" y="1627"/>
                          <a:ext cx="204" cy="409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2" name="直接连接符 251"/>
                        <p:cNvCxnSpPr>
                          <a:stCxn id="245" idx="0"/>
                          <a:endCxn id="246" idx="5"/>
                        </p:cNvCxnSpPr>
                        <p:nvPr/>
                      </p:nvCxnSpPr>
                      <p:spPr>
                        <a:xfrm flipH="1" flipV="1">
                          <a:off x="4269" y="1513"/>
                          <a:ext cx="88" cy="506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3" name="直接连接符 252"/>
                        <p:cNvCxnSpPr>
                          <a:stCxn id="244" idx="3"/>
                          <a:endCxn id="245" idx="7"/>
                        </p:cNvCxnSpPr>
                        <p:nvPr/>
                      </p:nvCxnSpPr>
                      <p:spPr>
                        <a:xfrm flipH="1">
                          <a:off x="4397" y="1867"/>
                          <a:ext cx="211" cy="168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4" name="直接连接符 253"/>
                        <p:cNvCxnSpPr>
                          <a:stCxn id="245" idx="2"/>
                          <a:endCxn id="243" idx="6"/>
                        </p:cNvCxnSpPr>
                        <p:nvPr/>
                      </p:nvCxnSpPr>
                      <p:spPr>
                        <a:xfrm flipH="1">
                          <a:off x="4172" y="2075"/>
                          <a:ext cx="129" cy="0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292" name="直接连接符 291"/>
                    <p:cNvCxnSpPr>
                      <a:stCxn id="246" idx="6"/>
                      <a:endCxn id="240" idx="2"/>
                    </p:cNvCxnSpPr>
                    <p:nvPr/>
                  </p:nvCxnSpPr>
                  <p:spPr>
                    <a:xfrm>
                      <a:off x="6228" y="4501"/>
                      <a:ext cx="862" cy="0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293" name="直接连接符 292"/>
                    <p:cNvCxnSpPr>
                      <a:stCxn id="240" idx="4"/>
                      <a:endCxn id="242" idx="0"/>
                    </p:cNvCxnSpPr>
                    <p:nvPr/>
                  </p:nvCxnSpPr>
                  <p:spPr>
                    <a:xfrm flipH="1">
                      <a:off x="7022" y="4557"/>
                      <a:ext cx="125" cy="489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356" name="组合 355"/>
                  <p:cNvGrpSpPr/>
                  <p:nvPr/>
                </p:nvGrpSpPr>
                <p:grpSpPr>
                  <a:xfrm>
                    <a:off x="7913" y="4444"/>
                    <a:ext cx="1202" cy="714"/>
                    <a:chOff x="7913" y="4444"/>
                    <a:chExt cx="1202" cy="714"/>
                  </a:xfrm>
                </p:grpSpPr>
                <p:cxnSp>
                  <p:nvCxnSpPr>
                    <p:cNvPr id="296" name="直接连接符 295"/>
                    <p:cNvCxnSpPr>
                      <a:stCxn id="282" idx="6"/>
                      <a:endCxn id="276" idx="2"/>
                    </p:cNvCxnSpPr>
                    <p:nvPr/>
                  </p:nvCxnSpPr>
                  <p:spPr>
                    <a:xfrm>
                      <a:off x="8140" y="4501"/>
                      <a:ext cx="862" cy="0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33" name="组合 332"/>
                    <p:cNvGrpSpPr/>
                    <p:nvPr/>
                  </p:nvGrpSpPr>
                  <p:grpSpPr>
                    <a:xfrm>
                      <a:off x="7913" y="4444"/>
                      <a:ext cx="1202" cy="714"/>
                      <a:chOff x="7913" y="4444"/>
                      <a:chExt cx="1202" cy="714"/>
                    </a:xfrm>
                  </p:grpSpPr>
                  <p:cxnSp>
                    <p:nvCxnSpPr>
                      <p:cNvPr id="294" name="直接连接符 293"/>
                      <p:cNvCxnSpPr>
                        <a:stCxn id="279" idx="0"/>
                        <a:endCxn id="282" idx="4"/>
                      </p:cNvCxnSpPr>
                      <p:nvPr/>
                    </p:nvCxnSpPr>
                    <p:spPr>
                      <a:xfrm flipV="1">
                        <a:off x="7970" y="4557"/>
                        <a:ext cx="114" cy="488"/>
                      </a:xfrm>
                      <a:prstGeom prst="line">
                        <a:avLst/>
                      </a:prstGeom>
                      <a:solidFill>
                        <a:srgbClr val="B7C9D2"/>
                      </a:solidFill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295" name="直接连接符 294"/>
                      <p:cNvCxnSpPr>
                        <a:stCxn id="278" idx="2"/>
                        <a:endCxn id="281" idx="6"/>
                      </p:cNvCxnSpPr>
                      <p:nvPr/>
                    </p:nvCxnSpPr>
                    <p:spPr>
                      <a:xfrm flipH="1">
                        <a:off x="8268" y="5103"/>
                        <a:ext cx="609" cy="0"/>
                      </a:xfrm>
                      <a:prstGeom prst="line">
                        <a:avLst/>
                      </a:prstGeom>
                      <a:solidFill>
                        <a:srgbClr val="B7C9D2"/>
                      </a:solidFill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314" name="组合 313"/>
                      <p:cNvGrpSpPr/>
                      <p:nvPr/>
                    </p:nvGrpSpPr>
                    <p:grpSpPr>
                      <a:xfrm>
                        <a:off x="7913" y="4444"/>
                        <a:ext cx="1202" cy="714"/>
                        <a:chOff x="7913" y="4444"/>
                        <a:chExt cx="1202" cy="714"/>
                      </a:xfrm>
                    </p:grpSpPr>
                    <p:grpSp>
                      <p:nvGrpSpPr>
                        <p:cNvPr id="273" name="组合 272"/>
                        <p:cNvGrpSpPr/>
                        <p:nvPr/>
                      </p:nvGrpSpPr>
                      <p:grpSpPr>
                        <a:xfrm>
                          <a:off x="7913" y="4444"/>
                          <a:ext cx="1202" cy="715"/>
                          <a:chOff x="4059" y="1417"/>
                          <a:chExt cx="1202" cy="715"/>
                        </a:xfrm>
                        <a:solidFill>
                          <a:srgbClr val="B7C9D2"/>
                        </a:solidFill>
                      </p:grpSpPr>
                      <p:cxnSp>
                        <p:nvCxnSpPr>
                          <p:cNvPr id="274" name="直接连接符 273"/>
                          <p:cNvCxnSpPr>
                            <a:stCxn id="277" idx="4"/>
                            <a:endCxn id="280" idx="7"/>
                          </p:cNvCxnSpPr>
                          <p:nvPr/>
                        </p:nvCxnSpPr>
                        <p:spPr>
                          <a:xfrm flipH="1">
                            <a:off x="4689" y="1644"/>
                            <a:ext cx="108" cy="144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grpSp>
                        <p:nvGrpSpPr>
                          <p:cNvPr id="275" name="组合 274"/>
                          <p:cNvGrpSpPr/>
                          <p:nvPr/>
                        </p:nvGrpSpPr>
                        <p:grpSpPr>
                          <a:xfrm>
                            <a:off x="4059" y="1417"/>
                            <a:ext cx="1202" cy="715"/>
                            <a:chOff x="4059" y="1417"/>
                            <a:chExt cx="1202" cy="715"/>
                          </a:xfrm>
                          <a:grpFill/>
                        </p:grpSpPr>
                        <p:sp>
                          <p:nvSpPr>
                            <p:cNvPr id="276" name="椭圆 275"/>
                            <p:cNvSpPr/>
                            <p:nvPr/>
                          </p:nvSpPr>
                          <p:spPr>
                            <a:xfrm>
                              <a:off x="5148" y="1417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77" name="椭圆 276"/>
                            <p:cNvSpPr/>
                            <p:nvPr/>
                          </p:nvSpPr>
                          <p:spPr>
                            <a:xfrm>
                              <a:off x="4740" y="1531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78" name="椭圆 277"/>
                            <p:cNvSpPr/>
                            <p:nvPr/>
                          </p:nvSpPr>
                          <p:spPr>
                            <a:xfrm>
                              <a:off x="5023" y="2019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79" name="椭圆 278"/>
                            <p:cNvSpPr/>
                            <p:nvPr/>
                          </p:nvSpPr>
                          <p:spPr>
                            <a:xfrm>
                              <a:off x="4059" y="2018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80" name="椭圆 279"/>
                            <p:cNvSpPr/>
                            <p:nvPr/>
                          </p:nvSpPr>
                          <p:spPr>
                            <a:xfrm>
                              <a:off x="4592" y="1771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81" name="椭圆 280"/>
                            <p:cNvSpPr/>
                            <p:nvPr/>
                          </p:nvSpPr>
                          <p:spPr>
                            <a:xfrm>
                              <a:off x="4301" y="2019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sp>
                          <p:nvSpPr>
                            <p:cNvPr id="282" name="椭圆 281"/>
                            <p:cNvSpPr/>
                            <p:nvPr/>
                          </p:nvSpPr>
                          <p:spPr>
                            <a:xfrm>
                              <a:off x="4173" y="1417"/>
                              <a:ext cx="113" cy="113"/>
                            </a:xfrm>
                            <a:prstGeom prst="ellipse">
                              <a:avLst/>
                            </a:prstGeom>
                            <a:grpFill/>
                            <a:ln w="6350">
                              <a:solidFill>
                                <a:srgbClr val="4F626B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lumMod val="75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endParaRPr lang="zh-CN" altLang="en-US"/>
                            </a:p>
                          </p:txBody>
                        </p:sp>
                        <p:cxnSp>
                          <p:nvCxnSpPr>
                            <p:cNvPr id="283" name="直接连接符 282"/>
                            <p:cNvCxnSpPr>
                              <a:stCxn id="282" idx="6"/>
                              <a:endCxn id="277" idx="2"/>
                            </p:cNvCxnSpPr>
                            <p:nvPr/>
                          </p:nvCxnSpPr>
                          <p:spPr>
                            <a:xfrm>
                              <a:off x="4286" y="1473"/>
                              <a:ext cx="454" cy="114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4" name="直接连接符 283"/>
                            <p:cNvCxnSpPr>
                              <a:stCxn id="277" idx="6"/>
                              <a:endCxn id="276" idx="3"/>
                            </p:cNvCxnSpPr>
                            <p:nvPr/>
                          </p:nvCxnSpPr>
                          <p:spPr>
                            <a:xfrm flipV="1">
                              <a:off x="4853" y="1514"/>
                              <a:ext cx="311" cy="73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5" name="直接连接符 284"/>
                            <p:cNvCxnSpPr>
                              <a:stCxn id="277" idx="5"/>
                              <a:endCxn id="278" idx="1"/>
                            </p:cNvCxnSpPr>
                            <p:nvPr/>
                          </p:nvCxnSpPr>
                          <p:spPr>
                            <a:xfrm>
                              <a:off x="4836" y="1627"/>
                              <a:ext cx="204" cy="409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8" name="直接连接符 287"/>
                            <p:cNvCxnSpPr>
                              <a:stCxn id="281" idx="0"/>
                              <a:endCxn id="282" idx="5"/>
                            </p:cNvCxnSpPr>
                            <p:nvPr/>
                          </p:nvCxnSpPr>
                          <p:spPr>
                            <a:xfrm flipH="1" flipV="1">
                              <a:off x="4269" y="1513"/>
                              <a:ext cx="88" cy="506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89" name="直接连接符 288"/>
                            <p:cNvCxnSpPr>
                              <a:stCxn id="280" idx="3"/>
                              <a:endCxn id="281" idx="7"/>
                            </p:cNvCxnSpPr>
                            <p:nvPr/>
                          </p:nvCxnSpPr>
                          <p:spPr>
                            <a:xfrm flipH="1">
                              <a:off x="4397" y="1867"/>
                              <a:ext cx="211" cy="168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  <p:cxnSp>
                          <p:nvCxnSpPr>
                            <p:cNvPr id="291" name="直接连接符 290"/>
                            <p:cNvCxnSpPr>
                              <a:stCxn id="281" idx="2"/>
                              <a:endCxn id="279" idx="6"/>
                            </p:cNvCxnSpPr>
                            <p:nvPr/>
                          </p:nvCxnSpPr>
                          <p:spPr>
                            <a:xfrm flipH="1">
                              <a:off x="4172" y="2075"/>
                              <a:ext cx="129" cy="0"/>
                            </a:xfrm>
                            <a:prstGeom prst="line">
                              <a:avLst/>
                            </a:prstGeom>
                            <a:grpFill/>
                            <a:ln>
                              <a:solidFill>
                                <a:srgbClr val="506B85"/>
                              </a:solidFill>
                              <a:tailEnd type="none"/>
                            </a:ln>
                          </p:spPr>
                          <p:style>
                            <a:lnRef idx="2">
                              <a:schemeClr val="accent1"/>
                            </a:lnRef>
                            <a:fillRef idx="0">
                              <a:srgbClr val="FFFFFF"/>
                            </a:fillRef>
                            <a:effectRef idx="0">
                              <a:srgbClr val="FFFFFF"/>
                            </a:effectRef>
                            <a:fontRef idx="minor">
                              <a:schemeClr val="tx1"/>
                            </a:fontRef>
                          </p:style>
                        </p:cxnSp>
                      </p:grpSp>
                    </p:grpSp>
                    <p:cxnSp>
                      <p:nvCxnSpPr>
                        <p:cNvPr id="297" name="直接连接符 296"/>
                        <p:cNvCxnSpPr>
                          <a:stCxn id="278" idx="0"/>
                          <a:endCxn id="276" idx="4"/>
                        </p:cNvCxnSpPr>
                        <p:nvPr/>
                      </p:nvCxnSpPr>
                      <p:spPr>
                        <a:xfrm flipV="1">
                          <a:off x="8934" y="4557"/>
                          <a:ext cx="125" cy="489"/>
                        </a:xfrm>
                        <a:prstGeom prst="line">
                          <a:avLst/>
                        </a:prstGeom>
                        <a:solidFill>
                          <a:srgbClr val="B7C9D2"/>
                        </a:solidFill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grpSp>
                <p:nvGrpSpPr>
                  <p:cNvPr id="359" name="组合 358"/>
                  <p:cNvGrpSpPr/>
                  <p:nvPr/>
                </p:nvGrpSpPr>
                <p:grpSpPr>
                  <a:xfrm>
                    <a:off x="10334" y="4445"/>
                    <a:ext cx="1202" cy="714"/>
                    <a:chOff x="7913" y="4444"/>
                    <a:chExt cx="1202" cy="714"/>
                  </a:xfrm>
                </p:grpSpPr>
                <p:cxnSp>
                  <p:nvCxnSpPr>
                    <p:cNvPr id="360" name="直接连接符 359"/>
                    <p:cNvCxnSpPr>
                      <a:stCxn id="369" idx="0"/>
                      <a:endCxn id="372" idx="4"/>
                    </p:cNvCxnSpPr>
                    <p:nvPr/>
                  </p:nvCxnSpPr>
                  <p:spPr>
                    <a:xfrm flipV="1">
                      <a:off x="7970" y="4557"/>
                      <a:ext cx="114" cy="488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361" name="直接连接符 360"/>
                    <p:cNvCxnSpPr>
                      <a:stCxn id="368" idx="2"/>
                      <a:endCxn id="370" idx="5"/>
                    </p:cNvCxnSpPr>
                    <p:nvPr/>
                  </p:nvCxnSpPr>
                  <p:spPr>
                    <a:xfrm flipH="1" flipV="1">
                      <a:off x="8542" y="4894"/>
                      <a:ext cx="335" cy="209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362" name="组合 361"/>
                    <p:cNvGrpSpPr/>
                    <p:nvPr/>
                  </p:nvGrpSpPr>
                  <p:grpSpPr>
                    <a:xfrm>
                      <a:off x="7913" y="4444"/>
                      <a:ext cx="1202" cy="714"/>
                      <a:chOff x="7913" y="4444"/>
                      <a:chExt cx="1202" cy="714"/>
                    </a:xfrm>
                  </p:grpSpPr>
                  <p:grpSp>
                    <p:nvGrpSpPr>
                      <p:cNvPr id="363" name="组合 362"/>
                      <p:cNvGrpSpPr/>
                      <p:nvPr/>
                    </p:nvGrpSpPr>
                    <p:grpSpPr>
                      <a:xfrm>
                        <a:off x="7913" y="4444"/>
                        <a:ext cx="1202" cy="715"/>
                        <a:chOff x="4059" y="1417"/>
                        <a:chExt cx="1202" cy="715"/>
                      </a:xfrm>
                      <a:solidFill>
                        <a:srgbClr val="B7C9D2"/>
                      </a:solidFill>
                    </p:grpSpPr>
                    <p:cxnSp>
                      <p:nvCxnSpPr>
                        <p:cNvPr id="364" name="直接连接符 363"/>
                        <p:cNvCxnSpPr>
                          <a:stCxn id="367" idx="4"/>
                          <a:endCxn id="370" idx="7"/>
                        </p:cNvCxnSpPr>
                        <p:nvPr/>
                      </p:nvCxnSpPr>
                      <p:spPr>
                        <a:xfrm flipH="1">
                          <a:off x="4689" y="1644"/>
                          <a:ext cx="108" cy="144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grpSp>
                      <p:nvGrpSpPr>
                        <p:cNvPr id="365" name="组合 364"/>
                        <p:cNvGrpSpPr/>
                        <p:nvPr/>
                      </p:nvGrpSpPr>
                      <p:grpSpPr>
                        <a:xfrm>
                          <a:off x="4059" y="1417"/>
                          <a:ext cx="1202" cy="715"/>
                          <a:chOff x="4059" y="1417"/>
                          <a:chExt cx="1202" cy="715"/>
                        </a:xfrm>
                        <a:grpFill/>
                      </p:grpSpPr>
                      <p:sp>
                        <p:nvSpPr>
                          <p:cNvPr id="366" name="椭圆 365"/>
                          <p:cNvSpPr/>
                          <p:nvPr/>
                        </p:nvSpPr>
                        <p:spPr>
                          <a:xfrm>
                            <a:off x="5148" y="1417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67" name="椭圆 366"/>
                          <p:cNvSpPr/>
                          <p:nvPr/>
                        </p:nvSpPr>
                        <p:spPr>
                          <a:xfrm>
                            <a:off x="4740" y="1531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68" name="椭圆 367"/>
                          <p:cNvSpPr/>
                          <p:nvPr/>
                        </p:nvSpPr>
                        <p:spPr>
                          <a:xfrm>
                            <a:off x="5023" y="2019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69" name="椭圆 368"/>
                          <p:cNvSpPr/>
                          <p:nvPr/>
                        </p:nvSpPr>
                        <p:spPr>
                          <a:xfrm>
                            <a:off x="4059" y="2018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70" name="椭圆 369"/>
                          <p:cNvSpPr/>
                          <p:nvPr/>
                        </p:nvSpPr>
                        <p:spPr>
                          <a:xfrm>
                            <a:off x="4592" y="1771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71" name="椭圆 370"/>
                          <p:cNvSpPr/>
                          <p:nvPr/>
                        </p:nvSpPr>
                        <p:spPr>
                          <a:xfrm>
                            <a:off x="4301" y="2019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sp>
                        <p:nvSpPr>
                          <p:cNvPr id="372" name="椭圆 371"/>
                          <p:cNvSpPr/>
                          <p:nvPr/>
                        </p:nvSpPr>
                        <p:spPr>
                          <a:xfrm>
                            <a:off x="4173" y="1417"/>
                            <a:ext cx="113" cy="113"/>
                          </a:xfrm>
                          <a:prstGeom prst="ellipse">
                            <a:avLst/>
                          </a:prstGeom>
                          <a:grpFill/>
                          <a:ln w="6350">
                            <a:solidFill>
                              <a:srgbClr val="4F626B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lumMod val="75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endParaRPr lang="zh-CN" altLang="en-US"/>
                          </a:p>
                        </p:txBody>
                      </p:sp>
                      <p:cxnSp>
                        <p:nvCxnSpPr>
                          <p:cNvPr id="373" name="直接连接符 372"/>
                          <p:cNvCxnSpPr>
                            <a:stCxn id="372" idx="6"/>
                            <a:endCxn id="367" idx="2"/>
                          </p:cNvCxnSpPr>
                          <p:nvPr/>
                        </p:nvCxnSpPr>
                        <p:spPr>
                          <a:xfrm>
                            <a:off x="4286" y="1473"/>
                            <a:ext cx="454" cy="114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4" name="直接连接符 373"/>
                          <p:cNvCxnSpPr>
                            <a:stCxn id="367" idx="6"/>
                            <a:endCxn id="366" idx="3"/>
                          </p:cNvCxnSpPr>
                          <p:nvPr/>
                        </p:nvCxnSpPr>
                        <p:spPr>
                          <a:xfrm flipV="1">
                            <a:off x="4853" y="1514"/>
                            <a:ext cx="311" cy="73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5" name="直接连接符 374"/>
                          <p:cNvCxnSpPr>
                            <a:stCxn id="367" idx="5"/>
                            <a:endCxn id="368" idx="1"/>
                          </p:cNvCxnSpPr>
                          <p:nvPr/>
                        </p:nvCxnSpPr>
                        <p:spPr>
                          <a:xfrm>
                            <a:off x="4836" y="1627"/>
                            <a:ext cx="204" cy="409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6" name="直接连接符 375"/>
                          <p:cNvCxnSpPr>
                            <a:stCxn id="370" idx="1"/>
                            <a:endCxn id="372" idx="5"/>
                          </p:cNvCxnSpPr>
                          <p:nvPr/>
                        </p:nvCxnSpPr>
                        <p:spPr>
                          <a:xfrm flipH="1" flipV="1">
                            <a:off x="4269" y="1513"/>
                            <a:ext cx="340" cy="275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cxnSp>
                        <p:nvCxnSpPr>
                          <p:cNvPr id="377" name="直接连接符 376"/>
                          <p:cNvCxnSpPr>
                            <a:stCxn id="370" idx="3"/>
                            <a:endCxn id="371" idx="7"/>
                          </p:cNvCxnSpPr>
                          <p:nvPr/>
                        </p:nvCxnSpPr>
                        <p:spPr>
                          <a:xfrm flipH="1">
                            <a:off x="4397" y="1867"/>
                            <a:ext cx="211" cy="168"/>
                          </a:xfrm>
                          <a:prstGeom prst="line">
                            <a:avLst/>
                          </a:prstGeom>
                          <a:grpFill/>
                          <a:ln>
                            <a:solidFill>
                              <a:srgbClr val="506B85"/>
                            </a:solidFill>
                            <a:tailEnd type="none"/>
                          </a:ln>
                        </p:spPr>
                        <p:style>
                          <a:lnRef idx="2">
                            <a:schemeClr val="accent1"/>
                          </a:lnRef>
                          <a:fillRef idx="0">
                            <a:srgbClr val="FFFFFF"/>
                          </a:fillRef>
                          <a:effectRef idx="0">
                            <a:srgbClr val="FFFFFF"/>
                          </a:effectRef>
                          <a:fontRef idx="minor">
                            <a:schemeClr val="tx1"/>
                          </a:fontRef>
                        </p:style>
                      </p:cxnSp>
                    </p:grpSp>
                  </p:grpSp>
                  <p:cxnSp>
                    <p:nvCxnSpPr>
                      <p:cNvPr id="379" name="直接连接符 378"/>
                      <p:cNvCxnSpPr>
                        <a:stCxn id="368" idx="0"/>
                        <a:endCxn id="366" idx="4"/>
                      </p:cNvCxnSpPr>
                      <p:nvPr/>
                    </p:nvCxnSpPr>
                    <p:spPr>
                      <a:xfrm flipV="1">
                        <a:off x="8934" y="4557"/>
                        <a:ext cx="125" cy="489"/>
                      </a:xfrm>
                      <a:prstGeom prst="line">
                        <a:avLst/>
                      </a:prstGeom>
                      <a:solidFill>
                        <a:srgbClr val="B7C9D2"/>
                      </a:solidFill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434" name="矩形 433"/>
                  <p:cNvSpPr/>
                  <p:nvPr/>
                </p:nvSpPr>
                <p:spPr>
                  <a:xfrm>
                    <a:off x="3708" y="2931"/>
                    <a:ext cx="10092" cy="3855"/>
                  </a:xfrm>
                  <a:prstGeom prst="rect">
                    <a:avLst/>
                  </a:prstGeom>
                  <a:noFill/>
                  <a:ln w="19050">
                    <a:solidFill>
                      <a:schemeClr val="bg1">
                        <a:lumMod val="65000"/>
                      </a:schemeClr>
                    </a:solidFill>
                    <a:prstDash val="sysDash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</a:extLst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5" name="圆角矩形 434"/>
                  <p:cNvSpPr/>
                  <p:nvPr/>
                </p:nvSpPr>
                <p:spPr>
                  <a:xfrm>
                    <a:off x="3927" y="2466"/>
                    <a:ext cx="9639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Output Layer</a:t>
                    </a:r>
                  </a:p>
                </p:txBody>
              </p:sp>
              <p:sp>
                <p:nvSpPr>
                  <p:cNvPr id="437" name="圆角矩形 436"/>
                  <p:cNvSpPr/>
                  <p:nvPr/>
                </p:nvSpPr>
                <p:spPr>
                  <a:xfrm>
                    <a:off x="3940" y="3197"/>
                    <a:ext cx="7692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Fusion Layer</a:t>
                    </a:r>
                  </a:p>
                </p:txBody>
              </p:sp>
              <p:sp>
                <p:nvSpPr>
                  <p:cNvPr id="438" name="圆角矩形 437"/>
                  <p:cNvSpPr/>
                  <p:nvPr/>
                </p:nvSpPr>
                <p:spPr>
                  <a:xfrm>
                    <a:off x="3940" y="3804"/>
                    <a:ext cx="7692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Dynamic Graph Convolution Layer</a:t>
                    </a:r>
                  </a:p>
                </p:txBody>
              </p:sp>
              <p:sp>
                <p:nvSpPr>
                  <p:cNvPr id="445" name="矩形 444"/>
                  <p:cNvSpPr/>
                  <p:nvPr/>
                </p:nvSpPr>
                <p:spPr>
                  <a:xfrm>
                    <a:off x="12022" y="3062"/>
                    <a:ext cx="1672" cy="3624"/>
                  </a:xfrm>
                  <a:prstGeom prst="rect">
                    <a:avLst/>
                  </a:prstGeom>
                  <a:solidFill>
                    <a:srgbClr val="D5E8D4"/>
                  </a:solidFill>
                  <a:ln w="15875">
                    <a:solidFill>
                      <a:srgbClr val="93BF8F"/>
                    </a:solidFill>
                    <a:prstDash val="sysDash"/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39" name="圆角矩形 438"/>
                  <p:cNvSpPr/>
                  <p:nvPr/>
                </p:nvSpPr>
                <p:spPr>
                  <a:xfrm>
                    <a:off x="3946" y="5618"/>
                    <a:ext cx="7692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 dirty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Graph Structure Estimation Layer</a:t>
                    </a:r>
                  </a:p>
                </p:txBody>
              </p:sp>
              <p:sp>
                <p:nvSpPr>
                  <p:cNvPr id="440" name="圆角矩形 439"/>
                  <p:cNvSpPr/>
                  <p:nvPr/>
                </p:nvSpPr>
                <p:spPr>
                  <a:xfrm>
                    <a:off x="3947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</a:p>
                </p:txBody>
              </p:sp>
              <p:sp>
                <p:nvSpPr>
                  <p:cNvPr id="441" name="圆角矩形 440"/>
                  <p:cNvSpPr/>
                  <p:nvPr/>
                </p:nvSpPr>
                <p:spPr>
                  <a:xfrm>
                    <a:off x="5882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</a:p>
                </p:txBody>
              </p:sp>
              <p:sp>
                <p:nvSpPr>
                  <p:cNvPr id="442" name="圆角矩形 441"/>
                  <p:cNvSpPr/>
                  <p:nvPr/>
                </p:nvSpPr>
                <p:spPr>
                  <a:xfrm>
                    <a:off x="7807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  <a:endParaRPr lang="en-US" altLang="zh-CN"/>
                  </a:p>
                </p:txBody>
              </p:sp>
              <p:sp>
                <p:nvSpPr>
                  <p:cNvPr id="443" name="圆角矩形 442"/>
                  <p:cNvSpPr/>
                  <p:nvPr/>
                </p:nvSpPr>
                <p:spPr>
                  <a:xfrm>
                    <a:off x="10217" y="6214"/>
                    <a:ext cx="1415" cy="340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altLang="zh-CN" sz="120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rPr>
                      <a:t>LSTM</a:t>
                    </a:r>
                  </a:p>
                </p:txBody>
              </p:sp>
              <p:sp>
                <p:nvSpPr>
                  <p:cNvPr id="447" name="圆角矩形 446"/>
                  <p:cNvSpPr/>
                  <p:nvPr/>
                </p:nvSpPr>
                <p:spPr>
                  <a:xfrm>
                    <a:off x="12134" y="3192"/>
                    <a:ext cx="1446" cy="595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altLang="zh-CN" sz="1200">
                      <a:solidFill>
                        <a:schemeClr val="tx1"/>
                      </a:solidFill>
                      <a:latin typeface="Times New Roman" panose="02020603050405020304" charset="0"/>
                      <a:cs typeface="Times New Roman" panose="02020603050405020304" charset="0"/>
                    </a:endParaRPr>
                  </a:p>
                </p:txBody>
              </p:sp>
              <p:sp>
                <p:nvSpPr>
                  <p:cNvPr id="448" name="矩形 447"/>
                  <p:cNvSpPr/>
                  <p:nvPr/>
                </p:nvSpPr>
                <p:spPr>
                  <a:xfrm>
                    <a:off x="12134" y="4030"/>
                    <a:ext cx="1440" cy="181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0" name="椭圆 469"/>
                  <p:cNvSpPr/>
                  <p:nvPr/>
                </p:nvSpPr>
                <p:spPr>
                  <a:xfrm>
                    <a:off x="12208" y="5544"/>
                    <a:ext cx="454" cy="227"/>
                  </a:xfrm>
                  <a:prstGeom prst="ellipse">
                    <a:avLst/>
                  </a:prstGeom>
                  <a:solidFill>
                    <a:srgbClr val="EAF2E7"/>
                  </a:solidFill>
                  <a:ln w="9525">
                    <a:solidFill>
                      <a:srgbClr val="B4D8AE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4" name="椭圆 473"/>
                  <p:cNvSpPr/>
                  <p:nvPr/>
                </p:nvSpPr>
                <p:spPr>
                  <a:xfrm rot="780000">
                    <a:off x="12277" y="5004"/>
                    <a:ext cx="881" cy="261"/>
                  </a:xfrm>
                  <a:prstGeom prst="ellipse">
                    <a:avLst/>
                  </a:prstGeom>
                  <a:solidFill>
                    <a:srgbClr val="FFF9E6"/>
                  </a:solidFill>
                  <a:ln w="9525">
                    <a:solidFill>
                      <a:srgbClr val="E7D8A0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5" name="椭圆 474"/>
                  <p:cNvSpPr/>
                  <p:nvPr/>
                </p:nvSpPr>
                <p:spPr>
                  <a:xfrm rot="1920000">
                    <a:off x="12649" y="5409"/>
                    <a:ext cx="827" cy="261"/>
                  </a:xfrm>
                  <a:prstGeom prst="ellipse">
                    <a:avLst/>
                  </a:prstGeom>
                  <a:solidFill>
                    <a:srgbClr val="EBEFFA"/>
                  </a:solidFill>
                  <a:ln w="9525">
                    <a:solidFill>
                      <a:srgbClr val="9AB3CF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476" name="椭圆 475"/>
                  <p:cNvSpPr/>
                  <p:nvPr/>
                </p:nvSpPr>
                <p:spPr>
                  <a:xfrm>
                    <a:off x="13284" y="4946"/>
                    <a:ext cx="237" cy="227"/>
                  </a:xfrm>
                  <a:prstGeom prst="ellipse">
                    <a:avLst/>
                  </a:prstGeom>
                  <a:solidFill>
                    <a:srgbClr val="EEE9EE"/>
                  </a:solidFill>
                  <a:ln w="9525">
                    <a:solidFill>
                      <a:srgbClr val="B7A3C8"/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grpSp>
                <p:nvGrpSpPr>
                  <p:cNvPr id="449" name="组合 448"/>
                  <p:cNvGrpSpPr/>
                  <p:nvPr/>
                </p:nvGrpSpPr>
                <p:grpSpPr>
                  <a:xfrm>
                    <a:off x="12257" y="5000"/>
                    <a:ext cx="1202" cy="715"/>
                    <a:chOff x="7913" y="4444"/>
                    <a:chExt cx="1202" cy="715"/>
                  </a:xfrm>
                </p:grpSpPr>
                <p:cxnSp>
                  <p:nvCxnSpPr>
                    <p:cNvPr id="450" name="直接连接符 449"/>
                    <p:cNvCxnSpPr>
                      <a:stCxn id="459" idx="6"/>
                      <a:endCxn id="461" idx="2"/>
                    </p:cNvCxnSpPr>
                    <p:nvPr/>
                  </p:nvCxnSpPr>
                  <p:spPr>
                    <a:xfrm>
                      <a:off x="8026" y="5102"/>
                      <a:ext cx="129" cy="1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451" name="直接连接符 450"/>
                    <p:cNvCxnSpPr>
                      <a:stCxn id="458" idx="2"/>
                      <a:endCxn id="460" idx="5"/>
                    </p:cNvCxnSpPr>
                    <p:nvPr/>
                  </p:nvCxnSpPr>
                  <p:spPr>
                    <a:xfrm flipH="1" flipV="1">
                      <a:off x="8542" y="4894"/>
                      <a:ext cx="335" cy="209"/>
                    </a:xfrm>
                    <a:prstGeom prst="line">
                      <a:avLst/>
                    </a:prstGeom>
                    <a:solidFill>
                      <a:srgbClr val="B7C9D2"/>
                    </a:solidFill>
                    <a:ln>
                      <a:solidFill>
                        <a:srgbClr val="506B85"/>
                      </a:solidFill>
                      <a:tailEnd type="none"/>
                    </a:ln>
                  </p:spPr>
                  <p:style>
                    <a:lnRef idx="2">
                      <a:schemeClr val="accent1"/>
                    </a:lnRef>
                    <a:fillRef idx="0">
                      <a:srgbClr val="FFFFFF"/>
                    </a:fillRef>
                    <a:effectRef idx="0">
                      <a:srgbClr val="FFFFFF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453" name="组合 452"/>
                    <p:cNvGrpSpPr/>
                    <p:nvPr/>
                  </p:nvGrpSpPr>
                  <p:grpSpPr>
                    <a:xfrm>
                      <a:off x="7913" y="4444"/>
                      <a:ext cx="1202" cy="715"/>
                      <a:chOff x="4059" y="1417"/>
                      <a:chExt cx="1202" cy="715"/>
                    </a:xfrm>
                    <a:solidFill>
                      <a:srgbClr val="B7C9D2"/>
                    </a:solidFill>
                  </p:grpSpPr>
                  <p:cxnSp>
                    <p:nvCxnSpPr>
                      <p:cNvPr id="454" name="直接连接符 453"/>
                      <p:cNvCxnSpPr>
                        <a:stCxn id="457" idx="3"/>
                        <a:endCxn id="460" idx="7"/>
                      </p:cNvCxnSpPr>
                      <p:nvPr/>
                    </p:nvCxnSpPr>
                    <p:spPr>
                      <a:xfrm flipH="1">
                        <a:off x="4688" y="1628"/>
                        <a:ext cx="69" cy="160"/>
                      </a:xfrm>
                      <a:prstGeom prst="line">
                        <a:avLst/>
                      </a:prstGeom>
                      <a:grpFill/>
                      <a:ln>
                        <a:solidFill>
                          <a:srgbClr val="506B85"/>
                        </a:solidFill>
                        <a:tailEnd type="none"/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rgbClr val="FFFFFF"/>
                      </a:fillRef>
                      <a:effectRef idx="0">
                        <a:srgbClr val="FFFFFF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455" name="组合 454"/>
                      <p:cNvGrpSpPr/>
                      <p:nvPr/>
                    </p:nvGrpSpPr>
                    <p:grpSpPr>
                      <a:xfrm>
                        <a:off x="4059" y="1417"/>
                        <a:ext cx="1202" cy="715"/>
                        <a:chOff x="4059" y="1417"/>
                        <a:chExt cx="1202" cy="715"/>
                      </a:xfrm>
                      <a:grpFill/>
                    </p:grpSpPr>
                    <p:sp>
                      <p:nvSpPr>
                        <p:cNvPr id="456" name="椭圆 455"/>
                        <p:cNvSpPr/>
                        <p:nvPr/>
                      </p:nvSpPr>
                      <p:spPr>
                        <a:xfrm>
                          <a:off x="5148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57" name="椭圆 456"/>
                        <p:cNvSpPr/>
                        <p:nvPr/>
                      </p:nvSpPr>
                      <p:spPr>
                        <a:xfrm>
                          <a:off x="4740" y="153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58" name="椭圆 457"/>
                        <p:cNvSpPr/>
                        <p:nvPr/>
                      </p:nvSpPr>
                      <p:spPr>
                        <a:xfrm>
                          <a:off x="5023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59" name="椭圆 458"/>
                        <p:cNvSpPr/>
                        <p:nvPr/>
                      </p:nvSpPr>
                      <p:spPr>
                        <a:xfrm>
                          <a:off x="4059" y="2018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0" name="椭圆 459"/>
                        <p:cNvSpPr/>
                        <p:nvPr/>
                      </p:nvSpPr>
                      <p:spPr>
                        <a:xfrm>
                          <a:off x="4592" y="1771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1" name="椭圆 460"/>
                        <p:cNvSpPr/>
                        <p:nvPr/>
                      </p:nvSpPr>
                      <p:spPr>
                        <a:xfrm>
                          <a:off x="4301" y="2019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sp>
                      <p:nvSpPr>
                        <p:cNvPr id="462" name="椭圆 461"/>
                        <p:cNvSpPr/>
                        <p:nvPr/>
                      </p:nvSpPr>
                      <p:spPr>
                        <a:xfrm>
                          <a:off x="4173" y="1417"/>
                          <a:ext cx="113" cy="113"/>
                        </a:xfrm>
                        <a:prstGeom prst="ellipse">
                          <a:avLst/>
                        </a:prstGeom>
                        <a:grpFill/>
                        <a:ln w="6350">
                          <a:solidFill>
                            <a:srgbClr val="4F626B"/>
                          </a:solidFill>
                        </a:ln>
                      </p:spPr>
                      <p:style>
                        <a:lnRef idx="2">
                          <a:schemeClr val="accent1">
                            <a:lumMod val="7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rgbClr val="FFFFFF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zh-CN" altLang="en-US"/>
                        </a:p>
                      </p:txBody>
                    </p:sp>
                    <p:cxnSp>
                      <p:nvCxnSpPr>
                        <p:cNvPr id="463" name="直接连接符 462"/>
                        <p:cNvCxnSpPr>
                          <a:stCxn id="462" idx="6"/>
                          <a:endCxn id="457" idx="2"/>
                        </p:cNvCxnSpPr>
                        <p:nvPr/>
                      </p:nvCxnSpPr>
                      <p:spPr>
                        <a:xfrm>
                          <a:off x="4286" y="1473"/>
                          <a:ext cx="454" cy="114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4" name="直接连接符 463"/>
                        <p:cNvCxnSpPr>
                          <a:stCxn id="457" idx="6"/>
                          <a:endCxn id="456" idx="3"/>
                        </p:cNvCxnSpPr>
                        <p:nvPr/>
                      </p:nvCxnSpPr>
                      <p:spPr>
                        <a:xfrm flipV="1">
                          <a:off x="4853" y="1514"/>
                          <a:ext cx="311" cy="73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5" name="直接连接符 464"/>
                        <p:cNvCxnSpPr>
                          <a:stCxn id="457" idx="5"/>
                          <a:endCxn id="458" idx="1"/>
                        </p:cNvCxnSpPr>
                        <p:nvPr/>
                      </p:nvCxnSpPr>
                      <p:spPr>
                        <a:xfrm>
                          <a:off x="4836" y="1627"/>
                          <a:ext cx="204" cy="409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6" name="直接连接符 465"/>
                        <p:cNvCxnSpPr>
                          <a:stCxn id="461" idx="0"/>
                          <a:endCxn id="462" idx="5"/>
                        </p:cNvCxnSpPr>
                        <p:nvPr/>
                      </p:nvCxnSpPr>
                      <p:spPr>
                        <a:xfrm flipH="1" flipV="1">
                          <a:off x="4269" y="1513"/>
                          <a:ext cx="89" cy="506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467" name="直接连接符 466"/>
                        <p:cNvCxnSpPr>
                          <a:stCxn id="460" idx="3"/>
                          <a:endCxn id="461" idx="7"/>
                        </p:cNvCxnSpPr>
                        <p:nvPr/>
                      </p:nvCxnSpPr>
                      <p:spPr>
                        <a:xfrm flipH="1">
                          <a:off x="4397" y="1867"/>
                          <a:ext cx="211" cy="168"/>
                        </a:xfrm>
                        <a:prstGeom prst="line">
                          <a:avLst/>
                        </a:prstGeom>
                        <a:grpFill/>
                        <a:ln>
                          <a:solidFill>
                            <a:srgbClr val="506B85"/>
                          </a:solidFill>
                          <a:tailEnd type="none"/>
                        </a:ln>
                      </p:spPr>
                      <p:style>
                        <a:lnRef idx="2">
                          <a:schemeClr val="accent1"/>
                        </a:lnRef>
                        <a:fillRef idx="0">
                          <a:srgbClr val="FFFFFF"/>
                        </a:fillRef>
                        <a:effectRef idx="0">
                          <a:srgbClr val="FFFFFF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</p:grpSp>
              <p:cxnSp>
                <p:nvCxnSpPr>
                  <p:cNvPr id="469" name="直接连接符 468"/>
                  <p:cNvCxnSpPr>
                    <a:stCxn id="460" idx="1"/>
                    <a:endCxn id="462" idx="5"/>
                  </p:cNvCxnSpPr>
                  <p:nvPr/>
                </p:nvCxnSpPr>
                <p:spPr>
                  <a:xfrm flipH="1" flipV="1">
                    <a:off x="12467" y="5097"/>
                    <a:ext cx="340" cy="274"/>
                  </a:xfrm>
                  <a:prstGeom prst="line">
                    <a:avLst/>
                  </a:prstGeom>
                  <a:solidFill>
                    <a:srgbClr val="B7C9D2"/>
                  </a:solidFill>
                  <a:ln>
                    <a:solidFill>
                      <a:srgbClr val="506B85"/>
                    </a:solidFill>
                    <a:tailEnd type="none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80" name="组合 479"/>
                  <p:cNvGrpSpPr/>
                  <p:nvPr/>
                </p:nvGrpSpPr>
                <p:grpSpPr>
                  <a:xfrm>
                    <a:off x="12234" y="4507"/>
                    <a:ext cx="118" cy="356"/>
                    <a:chOff x="11236" y="5287"/>
                    <a:chExt cx="118" cy="356"/>
                  </a:xfrm>
                </p:grpSpPr>
                <p:sp>
                  <p:nvSpPr>
                    <p:cNvPr id="477" name="矩形 476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solidFill>
                      <a:srgbClr val="D9EAD0"/>
                    </a:solidFill>
                    <a:ln w="12700">
                      <a:solidFill>
                        <a:srgbClr val="94B98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8" name="矩形 477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solidFill>
                      <a:srgbClr val="D9EAD0"/>
                    </a:solidFill>
                    <a:ln w="12700">
                      <a:solidFill>
                        <a:srgbClr val="94B98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79" name="矩形 478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solidFill>
                      <a:srgbClr val="D9EAD0"/>
                    </a:solidFill>
                    <a:ln w="12700">
                      <a:solidFill>
                        <a:srgbClr val="94B983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81" name="组合 480"/>
                  <p:cNvGrpSpPr/>
                  <p:nvPr/>
                </p:nvGrpSpPr>
                <p:grpSpPr>
                  <a:xfrm>
                    <a:off x="12595" y="4507"/>
                    <a:ext cx="118" cy="356"/>
                    <a:chOff x="11236" y="5287"/>
                    <a:chExt cx="118" cy="356"/>
                  </a:xfrm>
                  <a:solidFill>
                    <a:srgbClr val="FFF4D0"/>
                  </a:solidFill>
                </p:grpSpPr>
                <p:sp>
                  <p:nvSpPr>
                    <p:cNvPr id="482" name="矩形 481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E5CE8A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3" name="矩形 482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E5CE8A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4" name="矩形 483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E5CE8A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85" name="组合 484"/>
                  <p:cNvGrpSpPr/>
                  <p:nvPr/>
                </p:nvGrpSpPr>
                <p:grpSpPr>
                  <a:xfrm>
                    <a:off x="13005" y="4507"/>
                    <a:ext cx="118" cy="356"/>
                    <a:chOff x="11236" y="5287"/>
                    <a:chExt cx="118" cy="356"/>
                  </a:xfrm>
                  <a:solidFill>
                    <a:srgbClr val="D6E8F9"/>
                  </a:solidFill>
                </p:grpSpPr>
                <p:sp>
                  <p:nvSpPr>
                    <p:cNvPr id="486" name="矩形 485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6586B6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7" name="矩形 486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6586B6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88" name="矩形 487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6586B6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grpSp>
                <p:nvGrpSpPr>
                  <p:cNvPr id="489" name="组合 488"/>
                  <p:cNvGrpSpPr/>
                  <p:nvPr/>
                </p:nvGrpSpPr>
                <p:grpSpPr>
                  <a:xfrm>
                    <a:off x="13363" y="4507"/>
                    <a:ext cx="118" cy="356"/>
                    <a:chOff x="11236" y="5287"/>
                    <a:chExt cx="118" cy="356"/>
                  </a:xfrm>
                  <a:solidFill>
                    <a:srgbClr val="E3D6EE"/>
                  </a:solidFill>
                </p:grpSpPr>
                <p:sp>
                  <p:nvSpPr>
                    <p:cNvPr id="490" name="矩形 489"/>
                    <p:cNvSpPr/>
                    <p:nvPr/>
                  </p:nvSpPr>
                  <p:spPr>
                    <a:xfrm>
                      <a:off x="11236" y="5287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B09AB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1" name="矩形 490"/>
                    <p:cNvSpPr/>
                    <p:nvPr/>
                  </p:nvSpPr>
                  <p:spPr>
                    <a:xfrm>
                      <a:off x="11236" y="5406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B09AB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  <p:sp>
                  <p:nvSpPr>
                    <p:cNvPr id="492" name="矩形 491"/>
                    <p:cNvSpPr/>
                    <p:nvPr/>
                  </p:nvSpPr>
                  <p:spPr>
                    <a:xfrm>
                      <a:off x="11236" y="5525"/>
                      <a:ext cx="119" cy="119"/>
                    </a:xfrm>
                    <a:prstGeom prst="rect">
                      <a:avLst/>
                    </a:prstGeom>
                    <a:grpFill/>
                    <a:ln w="12700">
                      <a:solidFill>
                        <a:srgbClr val="B09ABE"/>
                      </a:solidFill>
                    </a:ln>
                  </p:spPr>
                  <p:style>
                    <a:lnRef idx="2">
                      <a:schemeClr val="accent1">
                        <a:lumMod val="75000"/>
                      </a:schemeClr>
                    </a:lnRef>
                    <a:fillRef idx="1">
                      <a:schemeClr val="accent1"/>
                    </a:fillRef>
                    <a:effectRef idx="0">
                      <a:srgbClr val="FFFFFF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/>
                    </a:p>
                  </p:txBody>
                </p:sp>
              </p:grpSp>
              <p:cxnSp>
                <p:nvCxnSpPr>
                  <p:cNvPr id="493" name="直接箭头连接符 492"/>
                  <p:cNvCxnSpPr>
                    <a:stCxn id="470" idx="0"/>
                    <a:endCxn id="479" idx="2"/>
                  </p:cNvCxnSpPr>
                  <p:nvPr/>
                </p:nvCxnSpPr>
                <p:spPr>
                  <a:xfrm flipH="1" flipV="1">
                    <a:off x="12294" y="4864"/>
                    <a:ext cx="141" cy="680"/>
                  </a:xfrm>
                  <a:prstGeom prst="straightConnector1">
                    <a:avLst/>
                  </a:prstGeom>
                  <a:ln>
                    <a:solidFill>
                      <a:srgbClr val="88BD72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4" name="直接箭头连接符 493"/>
                  <p:cNvCxnSpPr>
                    <a:stCxn id="474" idx="0"/>
                    <a:endCxn id="484" idx="2"/>
                  </p:cNvCxnSpPr>
                  <p:nvPr/>
                </p:nvCxnSpPr>
                <p:spPr>
                  <a:xfrm flipH="1" flipV="1">
                    <a:off x="12655" y="4864"/>
                    <a:ext cx="92" cy="143"/>
                  </a:xfrm>
                  <a:prstGeom prst="straightConnector1">
                    <a:avLst/>
                  </a:prstGeom>
                  <a:ln>
                    <a:solidFill>
                      <a:srgbClr val="D5AC50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5" name="直接箭头连接符 494"/>
                  <p:cNvCxnSpPr>
                    <a:stCxn id="475" idx="0"/>
                    <a:endCxn id="488" idx="2"/>
                  </p:cNvCxnSpPr>
                  <p:nvPr/>
                </p:nvCxnSpPr>
                <p:spPr>
                  <a:xfrm flipH="1" flipV="1">
                    <a:off x="13065" y="4864"/>
                    <a:ext cx="67" cy="565"/>
                  </a:xfrm>
                  <a:prstGeom prst="straightConnector1">
                    <a:avLst/>
                  </a:prstGeom>
                  <a:ln>
                    <a:solidFill>
                      <a:srgbClr val="708FC9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6" name="直接箭头连接符 495"/>
                  <p:cNvCxnSpPr>
                    <a:stCxn id="476" idx="0"/>
                    <a:endCxn id="492" idx="2"/>
                  </p:cNvCxnSpPr>
                  <p:nvPr/>
                </p:nvCxnSpPr>
                <p:spPr>
                  <a:xfrm flipV="1">
                    <a:off x="13403" y="4864"/>
                    <a:ext cx="20" cy="82"/>
                  </a:xfrm>
                  <a:prstGeom prst="straightConnector1">
                    <a:avLst/>
                  </a:prstGeom>
                  <a:ln>
                    <a:solidFill>
                      <a:srgbClr val="9E7EA8"/>
                    </a:solidFill>
                    <a:prstDash val="sysDash"/>
                    <a:tailEnd type="triangle" w="sm" len="sm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7" name="直接箭头连接符 496"/>
                  <p:cNvCxnSpPr>
                    <a:stCxn id="230" idx="0"/>
                    <a:endCxn id="440" idx="2"/>
                  </p:cNvCxnSpPr>
                  <p:nvPr/>
                </p:nvCxnSpPr>
                <p:spPr>
                  <a:xfrm flipV="1">
                    <a:off x="4654" y="6554"/>
                    <a:ext cx="1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8" name="直接箭头连接符 497"/>
                  <p:cNvCxnSpPr/>
                  <p:nvPr/>
                </p:nvCxnSpPr>
                <p:spPr>
                  <a:xfrm flipV="1">
                    <a:off x="6629" y="6554"/>
                    <a:ext cx="1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9" name="直接箭头连接符 498"/>
                  <p:cNvCxnSpPr/>
                  <p:nvPr/>
                </p:nvCxnSpPr>
                <p:spPr>
                  <a:xfrm flipV="1">
                    <a:off x="8541" y="6554"/>
                    <a:ext cx="1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0" name="直接箭头连接符 499"/>
                  <p:cNvCxnSpPr>
                    <a:stCxn id="234" idx="0"/>
                    <a:endCxn id="443" idx="2"/>
                  </p:cNvCxnSpPr>
                  <p:nvPr/>
                </p:nvCxnSpPr>
                <p:spPr>
                  <a:xfrm flipH="1" flipV="1">
                    <a:off x="10925" y="6554"/>
                    <a:ext cx="0" cy="368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1" name="直接箭头连接符 500"/>
                  <p:cNvCxnSpPr/>
                  <p:nvPr/>
                </p:nvCxnSpPr>
                <p:spPr>
                  <a:xfrm flipV="1">
                    <a:off x="4653" y="5967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2" name="直接箭头连接符 501"/>
                  <p:cNvCxnSpPr/>
                  <p:nvPr/>
                </p:nvCxnSpPr>
                <p:spPr>
                  <a:xfrm flipV="1">
                    <a:off x="6629" y="5967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3" name="直接箭头连接符 502"/>
                  <p:cNvCxnSpPr/>
                  <p:nvPr/>
                </p:nvCxnSpPr>
                <p:spPr>
                  <a:xfrm flipV="1">
                    <a:off x="8543" y="5965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4" name="直接箭头连接符 503"/>
                  <p:cNvCxnSpPr/>
                  <p:nvPr/>
                </p:nvCxnSpPr>
                <p:spPr>
                  <a:xfrm flipV="1">
                    <a:off x="10925" y="5958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05" name="圆角矩形 504"/>
                  <p:cNvSpPr/>
                  <p:nvPr/>
                </p:nvSpPr>
                <p:spPr>
                  <a:xfrm>
                    <a:off x="12127" y="6089"/>
                    <a:ext cx="1446" cy="482"/>
                  </a:xfrm>
                  <a:prstGeom prst="roundRect">
                    <a:avLst/>
                  </a:prstGeom>
                  <a:solidFill>
                    <a:srgbClr val="F5F5F5"/>
                  </a:solidFill>
                  <a:ln w="15875">
                    <a:solidFill>
                      <a:schemeClr val="bg1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lumMod val="75000"/>
                    </a:schemeClr>
                  </a:lnRef>
                  <a:fillRef idx="1">
                    <a:schemeClr val="accent1"/>
                  </a:fillRef>
                  <a:effectRef idx="0">
                    <a:srgbClr val="FFFFFF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cxnSp>
                <p:nvCxnSpPr>
                  <p:cNvPr id="506" name="直接箭头连接符 505"/>
                  <p:cNvCxnSpPr>
                    <a:stCxn id="236" idx="0"/>
                    <a:endCxn id="505" idx="2"/>
                  </p:cNvCxnSpPr>
                  <p:nvPr/>
                </p:nvCxnSpPr>
                <p:spPr>
                  <a:xfrm flipH="1" flipV="1">
                    <a:off x="12850" y="6571"/>
                    <a:ext cx="2" cy="351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7" name="直接箭头连接符 506"/>
                  <p:cNvCxnSpPr/>
                  <p:nvPr/>
                </p:nvCxnSpPr>
                <p:spPr>
                  <a:xfrm flipV="1">
                    <a:off x="12838" y="5840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8" name="直接箭头连接符 507"/>
                  <p:cNvCxnSpPr/>
                  <p:nvPr/>
                </p:nvCxnSpPr>
                <p:spPr>
                  <a:xfrm flipV="1">
                    <a:off x="4652" y="5290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9" name="直接箭头连接符 508"/>
                  <p:cNvCxnSpPr/>
                  <p:nvPr/>
                </p:nvCxnSpPr>
                <p:spPr>
                  <a:xfrm flipV="1">
                    <a:off x="6628" y="5290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0" name="直接箭头连接符 509"/>
                  <p:cNvCxnSpPr/>
                  <p:nvPr/>
                </p:nvCxnSpPr>
                <p:spPr>
                  <a:xfrm flipV="1">
                    <a:off x="8540" y="5287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1" name="直接箭头连接符 510"/>
                  <p:cNvCxnSpPr/>
                  <p:nvPr/>
                </p:nvCxnSpPr>
                <p:spPr>
                  <a:xfrm flipV="1">
                    <a:off x="10924" y="5286"/>
                    <a:ext cx="1" cy="32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2" name="直接箭头连接符 511"/>
                  <p:cNvCxnSpPr>
                    <a:stCxn id="438" idx="0"/>
                    <a:endCxn id="437" idx="2"/>
                  </p:cNvCxnSpPr>
                  <p:nvPr/>
                </p:nvCxnSpPr>
                <p:spPr>
                  <a:xfrm flipV="1">
                    <a:off x="7786" y="3537"/>
                    <a:ext cx="0" cy="26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3" name="直接箭头连接符 512"/>
                  <p:cNvCxnSpPr/>
                  <p:nvPr/>
                </p:nvCxnSpPr>
                <p:spPr>
                  <a:xfrm flipV="1">
                    <a:off x="7786" y="2817"/>
                    <a:ext cx="0" cy="38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5" name="直接箭头连接符 514"/>
                  <p:cNvCxnSpPr/>
                  <p:nvPr/>
                </p:nvCxnSpPr>
                <p:spPr>
                  <a:xfrm flipV="1">
                    <a:off x="4651" y="2248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6" name="直接箭头连接符 515"/>
                  <p:cNvCxnSpPr/>
                  <p:nvPr/>
                </p:nvCxnSpPr>
                <p:spPr>
                  <a:xfrm flipV="1">
                    <a:off x="6590" y="2251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7" name="直接箭头连接符 516"/>
                  <p:cNvCxnSpPr/>
                  <p:nvPr/>
                </p:nvCxnSpPr>
                <p:spPr>
                  <a:xfrm flipV="1">
                    <a:off x="8514" y="2251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8" name="直接箭头连接符 517"/>
                  <p:cNvCxnSpPr/>
                  <p:nvPr/>
                </p:nvCxnSpPr>
                <p:spPr>
                  <a:xfrm flipV="1">
                    <a:off x="10926" y="2251"/>
                    <a:ext cx="1" cy="215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19" name="直接箭头连接符 518"/>
                  <p:cNvCxnSpPr/>
                  <p:nvPr/>
                </p:nvCxnSpPr>
                <p:spPr>
                  <a:xfrm rot="16200000" flipV="1">
                    <a:off x="11881" y="3111"/>
                    <a:ext cx="1" cy="49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0" name="直接箭头连接符 519"/>
                  <p:cNvCxnSpPr/>
                  <p:nvPr/>
                </p:nvCxnSpPr>
                <p:spPr>
                  <a:xfrm flipV="1">
                    <a:off x="12852" y="3787"/>
                    <a:ext cx="1" cy="249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2" name="肘形连接符 521"/>
                  <p:cNvCxnSpPr>
                    <a:stCxn id="523" idx="6"/>
                    <a:endCxn id="521" idx="4"/>
                  </p:cNvCxnSpPr>
                  <p:nvPr/>
                </p:nvCxnSpPr>
                <p:spPr>
                  <a:xfrm flipV="1">
                    <a:off x="11623" y="3787"/>
                    <a:ext cx="794" cy="139"/>
                  </a:xfrm>
                  <a:prstGeom prst="bentConnector2">
                    <a:avLst/>
                  </a:prstGeom>
                  <a:ln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7" name="肘形连接符 526"/>
                  <p:cNvCxnSpPr>
                    <a:stCxn id="136" idx="6"/>
                    <a:endCxn id="236" idx="1"/>
                  </p:cNvCxnSpPr>
                  <p:nvPr/>
                </p:nvCxnSpPr>
                <p:spPr>
                  <a:xfrm>
                    <a:off x="11623" y="4052"/>
                    <a:ext cx="521" cy="3352"/>
                  </a:xfrm>
                  <a:prstGeom prst="bentConnector3">
                    <a:avLst>
                      <a:gd name="adj1" fmla="val 51823"/>
                    </a:avLst>
                  </a:prstGeom>
                  <a:ln>
                    <a:solidFill>
                      <a:schemeClr val="tx1"/>
                    </a:solidFill>
                    <a:headEnd type="triangle" w="med" len="med"/>
                    <a:tailEnd type="non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8" name="直接箭头连接符 527"/>
                  <p:cNvCxnSpPr/>
                  <p:nvPr/>
                </p:nvCxnSpPr>
                <p:spPr>
                  <a:xfrm flipV="1">
                    <a:off x="4650" y="4153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29" name="直接箭头连接符 528"/>
                  <p:cNvCxnSpPr/>
                  <p:nvPr/>
                </p:nvCxnSpPr>
                <p:spPr>
                  <a:xfrm flipV="1">
                    <a:off x="6627" y="4144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0" name="直接箭头连接符 529"/>
                  <p:cNvCxnSpPr/>
                  <p:nvPr/>
                </p:nvCxnSpPr>
                <p:spPr>
                  <a:xfrm flipV="1">
                    <a:off x="8541" y="4144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1" name="直接箭头连接符 530"/>
                  <p:cNvCxnSpPr/>
                  <p:nvPr/>
                </p:nvCxnSpPr>
                <p:spPr>
                  <a:xfrm flipV="1">
                    <a:off x="10925" y="4144"/>
                    <a:ext cx="1" cy="17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2" name="直接箭头连接符 531"/>
                  <p:cNvCxnSpPr/>
                  <p:nvPr/>
                </p:nvCxnSpPr>
                <p:spPr>
                  <a:xfrm rot="16200000" flipV="1">
                    <a:off x="5623" y="6223"/>
                    <a:ext cx="1" cy="52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3" name="直接箭头连接符 532"/>
                  <p:cNvCxnSpPr/>
                  <p:nvPr/>
                </p:nvCxnSpPr>
                <p:spPr>
                  <a:xfrm rot="5400000" flipV="1">
                    <a:off x="5620" y="6026"/>
                    <a:ext cx="1" cy="522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4" name="直接箭头连接符 533"/>
                  <p:cNvCxnSpPr/>
                  <p:nvPr/>
                </p:nvCxnSpPr>
                <p:spPr>
                  <a:xfrm rot="16200000" flipV="1">
                    <a:off x="7552" y="6227"/>
                    <a:ext cx="1" cy="51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5" name="直接箭头连接符 534"/>
                  <p:cNvCxnSpPr/>
                  <p:nvPr/>
                </p:nvCxnSpPr>
                <p:spPr>
                  <a:xfrm rot="5400000" flipV="1">
                    <a:off x="7552" y="6033"/>
                    <a:ext cx="1" cy="51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6" name="直接箭头连接符 535"/>
                  <p:cNvCxnSpPr/>
                  <p:nvPr/>
                </p:nvCxnSpPr>
                <p:spPr>
                  <a:xfrm rot="5400000" flipV="1">
                    <a:off x="9335" y="6176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7" name="直接箭头连接符 536"/>
                  <p:cNvCxnSpPr/>
                  <p:nvPr/>
                </p:nvCxnSpPr>
                <p:spPr>
                  <a:xfrm rot="5400000" flipV="1">
                    <a:off x="10103" y="6173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8" name="直接箭头连接符 537"/>
                  <p:cNvCxnSpPr/>
                  <p:nvPr/>
                </p:nvCxnSpPr>
                <p:spPr>
                  <a:xfrm rot="16200000" flipV="1">
                    <a:off x="9343" y="6367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9" name="直接箭头连接符 538"/>
                  <p:cNvCxnSpPr/>
                  <p:nvPr/>
                </p:nvCxnSpPr>
                <p:spPr>
                  <a:xfrm rot="16200000" flipV="1">
                    <a:off x="10103" y="6366"/>
                    <a:ext cx="1" cy="227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triangle" w="med" len="med"/>
                  </a:ln>
                </p:spPr>
                <p:style>
                  <a:lnRef idx="2">
                    <a:schemeClr val="accent1"/>
                  </a:lnRef>
                  <a:fillRef idx="0">
                    <a:srgbClr val="FFFFFF"/>
                  </a:fillRef>
                  <a:effectRef idx="0">
                    <a:srgbClr val="FFFFFF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40" name="文本框 539"/>
                  <p:cNvSpPr txBox="1"/>
                  <p:nvPr/>
                </p:nvSpPr>
                <p:spPr>
                  <a:xfrm>
                    <a:off x="9400" y="6094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</a:p>
                </p:txBody>
              </p:sp>
              <p:sp>
                <p:nvSpPr>
                  <p:cNvPr id="541" name="文本框 540"/>
                  <p:cNvSpPr txBox="1"/>
                  <p:nvPr/>
                </p:nvSpPr>
                <p:spPr>
                  <a:xfrm>
                    <a:off x="9400" y="6988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</a:p>
                </p:txBody>
              </p:sp>
              <p:sp>
                <p:nvSpPr>
                  <p:cNvPr id="542" name="文本框 541"/>
                  <p:cNvSpPr txBox="1"/>
                  <p:nvPr/>
                </p:nvSpPr>
                <p:spPr>
                  <a:xfrm>
                    <a:off x="9400" y="4445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</a:p>
                </p:txBody>
              </p:sp>
              <p:sp>
                <p:nvSpPr>
                  <p:cNvPr id="543" name="文本框 542"/>
                  <p:cNvSpPr txBox="1"/>
                  <p:nvPr/>
                </p:nvSpPr>
                <p:spPr>
                  <a:xfrm>
                    <a:off x="9400" y="1417"/>
                    <a:ext cx="640" cy="58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altLang="zh-CN">
                        <a:latin typeface="Times New Roman" panose="02020603050405020304" charset="0"/>
                        <a:cs typeface="Times New Roman" panose="02020603050405020304" charset="0"/>
                      </a:rPr>
                      <a:t>...</a:t>
                    </a:r>
                  </a:p>
                </p:txBody>
              </p:sp>
            </p:grpSp>
            <p:sp>
              <p:nvSpPr>
                <p:cNvPr id="56" name="文本框 55"/>
                <p:cNvSpPr txBox="1"/>
                <p:nvPr/>
              </p:nvSpPr>
              <p:spPr>
                <a:xfrm>
                  <a:off x="12062" y="3176"/>
                  <a:ext cx="1593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  <a:sym typeface="+mn-ea"/>
                    </a:rPr>
                    <a:t>Attention-based</a:t>
                  </a:r>
                </a:p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Aggregation</a:t>
                  </a:r>
                </a:p>
              </p:txBody>
            </p:sp>
            <p:sp>
              <p:nvSpPr>
                <p:cNvPr id="57" name="文本框 56"/>
                <p:cNvSpPr txBox="1"/>
                <p:nvPr/>
              </p:nvSpPr>
              <p:spPr>
                <a:xfrm>
                  <a:off x="12268" y="6016"/>
                  <a:ext cx="1168" cy="62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Spectral</a:t>
                  </a:r>
                </a:p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Clustering</a:t>
                  </a:r>
                </a:p>
              </p:txBody>
            </p:sp>
            <p:sp>
              <p:nvSpPr>
                <p:cNvPr id="58" name="文本框 57"/>
                <p:cNvSpPr txBox="1"/>
                <p:nvPr/>
              </p:nvSpPr>
              <p:spPr>
                <a:xfrm>
                  <a:off x="12043" y="4009"/>
                  <a:ext cx="1591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Memory Matrix</a:t>
                  </a:r>
                </a:p>
              </p:txBody>
            </p:sp>
            <p:graphicFrame>
              <p:nvGraphicFramePr>
                <p:cNvPr id="60" name="对象 59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3842" y="4640"/>
                <a:ext cx="330" cy="27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4" imgW="215900" imgH="177165" progId="Equation.KSEE3">
                        <p:embed/>
                      </p:oleObj>
                    </mc:Choice>
                    <mc:Fallback>
                      <p:oleObj r:id="rId4" imgW="215900" imgH="177165" progId="Equation.KSEE3">
                        <p:embed/>
                        <p:pic>
                          <p:nvPicPr>
                            <p:cNvPr id="60" name="对象 5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3842" y="4640"/>
                              <a:ext cx="330" cy="272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61" name="文本框 60"/>
                <p:cNvSpPr txBox="1"/>
                <p:nvPr/>
              </p:nvSpPr>
              <p:spPr>
                <a:xfrm>
                  <a:off x="13729" y="4853"/>
                  <a:ext cx="1369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ST-blocks</a:t>
                  </a:r>
                </a:p>
              </p:txBody>
            </p:sp>
            <p:sp>
              <p:nvSpPr>
                <p:cNvPr id="62" name="文本框 61"/>
                <p:cNvSpPr txBox="1"/>
                <p:nvPr/>
              </p:nvSpPr>
              <p:spPr>
                <a:xfrm>
                  <a:off x="4347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1</a:t>
                  </a:r>
                </a:p>
              </p:txBody>
            </p:sp>
            <p:sp>
              <p:nvSpPr>
                <p:cNvPr id="63" name="文本框 62"/>
                <p:cNvSpPr txBox="1"/>
                <p:nvPr/>
              </p:nvSpPr>
              <p:spPr>
                <a:xfrm>
                  <a:off x="6288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2</a:t>
                  </a:r>
                </a:p>
              </p:txBody>
            </p:sp>
            <p:sp>
              <p:nvSpPr>
                <p:cNvPr id="65" name="文本框 64"/>
                <p:cNvSpPr txBox="1"/>
                <p:nvPr/>
              </p:nvSpPr>
              <p:spPr>
                <a:xfrm>
                  <a:off x="8211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3</a:t>
                  </a:r>
                </a:p>
              </p:txBody>
            </p:sp>
            <p:sp>
              <p:nvSpPr>
                <p:cNvPr id="66" name="文本框 65"/>
                <p:cNvSpPr txBox="1"/>
                <p:nvPr/>
              </p:nvSpPr>
              <p:spPr>
                <a:xfrm>
                  <a:off x="10626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X</a:t>
                  </a:r>
                  <a:r>
                    <a:rPr lang="en-US" altLang="zh-CN" sz="1200" baseline="-25000">
                      <a:latin typeface="Times New Roman" panose="02020603050405020304" charset="0"/>
                      <a:cs typeface="Times New Roman" panose="02020603050405020304" charset="0"/>
                    </a:rPr>
                    <a:t>T</a:t>
                  </a:r>
                </a:p>
              </p:txBody>
            </p:sp>
            <p:sp>
              <p:nvSpPr>
                <p:cNvPr id="67" name="文本框 66"/>
                <p:cNvSpPr txBox="1"/>
                <p:nvPr/>
              </p:nvSpPr>
              <p:spPr>
                <a:xfrm>
                  <a:off x="12574" y="7895"/>
                  <a:ext cx="602" cy="43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200">
                      <a:latin typeface="Times New Roman" panose="02020603050405020304" charset="0"/>
                      <a:cs typeface="Times New Roman" panose="02020603050405020304" charset="0"/>
                    </a:rPr>
                    <a:t>A</a:t>
                  </a:r>
                  <a:endParaRPr lang="en-US" altLang="zh-CN" sz="1200" baseline="-25000">
                    <a:latin typeface="Times New Roman" panose="02020603050405020304" charset="0"/>
                    <a:cs typeface="Times New Roman" panose="02020603050405020304" charset="0"/>
                  </a:endParaRPr>
                </a:p>
              </p:txBody>
            </p:sp>
            <p:graphicFrame>
              <p:nvGraphicFramePr>
                <p:cNvPr id="69" name="对象 68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705" y="5269"/>
                <a:ext cx="389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6" imgW="266700" imgH="266700" progId="Equation.KSEE3">
                        <p:embed/>
                      </p:oleObj>
                    </mc:Choice>
                    <mc:Fallback>
                      <p:oleObj r:id="rId6" imgW="266700" imgH="266700" progId="Equation.KSEE3">
                        <p:embed/>
                        <p:pic>
                          <p:nvPicPr>
                            <p:cNvPr id="69" name="对象 68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705" y="5269"/>
                              <a:ext cx="389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70" name="对象 69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6670" y="5269"/>
                <a:ext cx="427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8" imgW="292100" imgH="266700" progId="Equation.KSEE3">
                        <p:embed/>
                      </p:oleObj>
                    </mc:Choice>
                    <mc:Fallback>
                      <p:oleObj r:id="rId8" imgW="292100" imgH="266700" progId="Equation.KSEE3">
                        <p:embed/>
                        <p:pic>
                          <p:nvPicPr>
                            <p:cNvPr id="70" name="对象 6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670" y="5269"/>
                              <a:ext cx="427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91" name="对象 90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8598" y="5269"/>
                <a:ext cx="409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0" imgW="279400" imgH="266700" progId="Equation.KSEE3">
                        <p:embed/>
                      </p:oleObj>
                    </mc:Choice>
                    <mc:Fallback>
                      <p:oleObj r:id="rId10" imgW="279400" imgH="266700" progId="Equation.KSEE3">
                        <p:embed/>
                        <p:pic>
                          <p:nvPicPr>
                            <p:cNvPr id="91" name="对象 90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598" y="5269"/>
                              <a:ext cx="409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1" name="对象 100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971" y="5269"/>
                <a:ext cx="428" cy="389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2" imgW="292100" imgH="266700" progId="Equation.KSEE3">
                        <p:embed/>
                      </p:oleObj>
                    </mc:Choice>
                    <mc:Fallback>
                      <p:oleObj r:id="rId12" imgW="292100" imgH="266700" progId="Equation.KSEE3">
                        <p:embed/>
                        <p:pic>
                          <p:nvPicPr>
                            <p:cNvPr id="101" name="对象 100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3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971" y="5269"/>
                              <a:ext cx="428" cy="38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5" name="对象 104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478" y="904"/>
                <a:ext cx="320" cy="3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4" imgW="203200" imgH="241300" progId="Equation.KSEE3">
                        <p:embed/>
                      </p:oleObj>
                    </mc:Choice>
                    <mc:Fallback>
                      <p:oleObj r:id="rId14" imgW="203200" imgH="241300" progId="Equation.KSEE3">
                        <p:embed/>
                        <p:pic>
                          <p:nvPicPr>
                            <p:cNvPr id="105" name="对象 104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478" y="904"/>
                              <a:ext cx="320" cy="38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6" name="对象 105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6448" y="904"/>
                <a:ext cx="340" cy="3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6" imgW="215900" imgH="241300" progId="Equation.KSEE3">
                        <p:embed/>
                      </p:oleObj>
                    </mc:Choice>
                    <mc:Fallback>
                      <p:oleObj r:id="rId16" imgW="215900" imgH="241300" progId="Equation.KSEE3">
                        <p:embed/>
                        <p:pic>
                          <p:nvPicPr>
                            <p:cNvPr id="106" name="对象 105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448" y="904"/>
                              <a:ext cx="340" cy="38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7" name="对象 10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8360" y="894"/>
                <a:ext cx="320" cy="4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18" imgW="203200" imgH="254000" progId="Equation.KSEE3">
                        <p:embed/>
                      </p:oleObj>
                    </mc:Choice>
                    <mc:Fallback>
                      <p:oleObj r:id="rId18" imgW="203200" imgH="254000" progId="Equation.KSEE3">
                        <p:embed/>
                        <p:pic>
                          <p:nvPicPr>
                            <p:cNvPr id="107" name="对象 106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8360" y="894"/>
                              <a:ext cx="320" cy="40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9" name="对象 108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10732" y="886"/>
                <a:ext cx="360" cy="38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r:id="rId20" imgW="228600" imgH="241300" progId="Equation.KSEE3">
                        <p:embed/>
                      </p:oleObj>
                    </mc:Choice>
                    <mc:Fallback>
                      <p:oleObj r:id="rId20" imgW="228600" imgH="241300" progId="Equation.KSEE3">
                        <p:embed/>
                        <p:pic>
                          <p:nvPicPr>
                            <p:cNvPr id="109" name="对象 108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10732" y="886"/>
                              <a:ext cx="360" cy="38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27" name="组合 126"/>
              <p:cNvGrpSpPr/>
              <p:nvPr/>
            </p:nvGrpSpPr>
            <p:grpSpPr>
              <a:xfrm>
                <a:off x="4036" y="8778"/>
                <a:ext cx="9613" cy="386"/>
                <a:chOff x="4036" y="8778"/>
                <a:chExt cx="9613" cy="386"/>
              </a:xfrm>
            </p:grpSpPr>
            <p:sp>
              <p:nvSpPr>
                <p:cNvPr id="113" name="椭圆 112"/>
                <p:cNvSpPr/>
                <p:nvPr/>
              </p:nvSpPr>
              <p:spPr>
                <a:xfrm>
                  <a:off x="4036" y="8915"/>
                  <a:ext cx="113" cy="113"/>
                </a:xfrm>
                <a:prstGeom prst="ellipse">
                  <a:avLst/>
                </a:prstGeom>
                <a:solidFill>
                  <a:srgbClr val="D2E5FA"/>
                </a:solidFill>
                <a:ln w="6350">
                  <a:solidFill>
                    <a:srgbClr val="1764A5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4" name="椭圆 113"/>
                <p:cNvSpPr/>
                <p:nvPr/>
              </p:nvSpPr>
              <p:spPr>
                <a:xfrm>
                  <a:off x="6491" y="8922"/>
                  <a:ext cx="113" cy="113"/>
                </a:xfrm>
                <a:prstGeom prst="ellipse">
                  <a:avLst/>
                </a:prstGeom>
                <a:solidFill>
                  <a:srgbClr val="FFD2CD"/>
                </a:solidFill>
                <a:ln w="6350">
                  <a:solidFill>
                    <a:srgbClr val="A20F00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7" name="椭圆 116"/>
                <p:cNvSpPr/>
                <p:nvPr/>
              </p:nvSpPr>
              <p:spPr>
                <a:xfrm>
                  <a:off x="8923" y="8922"/>
                  <a:ext cx="113" cy="113"/>
                </a:xfrm>
                <a:prstGeom prst="ellipse">
                  <a:avLst/>
                </a:prstGeom>
                <a:solidFill>
                  <a:srgbClr val="E1D2E5"/>
                </a:solidFill>
                <a:ln w="6350">
                  <a:solidFill>
                    <a:srgbClr val="9F6AAE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18" name="文本框 117"/>
                <p:cNvSpPr txBox="1"/>
                <p:nvPr/>
              </p:nvSpPr>
              <p:spPr>
                <a:xfrm>
                  <a:off x="4374" y="8778"/>
                  <a:ext cx="153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Observed Data</a:t>
                  </a:r>
                </a:p>
              </p:txBody>
            </p:sp>
            <p:sp>
              <p:nvSpPr>
                <p:cNvPr id="119" name="文本框 118"/>
                <p:cNvSpPr txBox="1"/>
                <p:nvPr/>
              </p:nvSpPr>
              <p:spPr>
                <a:xfrm>
                  <a:off x="6698" y="8778"/>
                  <a:ext cx="153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Missing Data</a:t>
                  </a:r>
                </a:p>
              </p:txBody>
            </p:sp>
            <p:sp>
              <p:nvSpPr>
                <p:cNvPr id="120" name="文本框 119"/>
                <p:cNvSpPr txBox="1"/>
                <p:nvPr/>
              </p:nvSpPr>
              <p:spPr>
                <a:xfrm>
                  <a:off x="9207" y="8778"/>
                  <a:ext cx="1530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Imputed Data</a:t>
                  </a:r>
                </a:p>
              </p:txBody>
            </p:sp>
            <p:sp>
              <p:nvSpPr>
                <p:cNvPr id="121" name="文本框 120"/>
                <p:cNvSpPr txBox="1"/>
                <p:nvPr/>
              </p:nvSpPr>
              <p:spPr>
                <a:xfrm>
                  <a:off x="12039" y="8778"/>
                  <a:ext cx="1611" cy="38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altLang="zh-CN" sz="1000">
                      <a:latin typeface="Times New Roman" panose="02020603050405020304" charset="0"/>
                      <a:cs typeface="Times New Roman" panose="02020603050405020304" charset="0"/>
                    </a:rPr>
                    <a:t>Graph Structure</a:t>
                  </a:r>
                </a:p>
              </p:txBody>
            </p:sp>
            <p:cxnSp>
              <p:nvCxnSpPr>
                <p:cNvPr id="126" name="直接连接符 125"/>
                <p:cNvCxnSpPr/>
                <p:nvPr/>
              </p:nvCxnSpPr>
              <p:spPr>
                <a:xfrm flipH="1">
                  <a:off x="11513" y="8979"/>
                  <a:ext cx="340" cy="0"/>
                </a:xfrm>
                <a:prstGeom prst="line">
                  <a:avLst/>
                </a:prstGeom>
                <a:solidFill>
                  <a:srgbClr val="B7C9D2"/>
                </a:solidFill>
                <a:ln>
                  <a:solidFill>
                    <a:srgbClr val="506B85"/>
                  </a:solidFill>
                  <a:tailEnd type="non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116" name="椭圆 115"/>
                <p:cNvSpPr/>
                <p:nvPr/>
              </p:nvSpPr>
              <p:spPr>
                <a:xfrm>
                  <a:off x="11623" y="8922"/>
                  <a:ext cx="113" cy="113"/>
                </a:xfrm>
                <a:prstGeom prst="ellipse">
                  <a:avLst/>
                </a:prstGeom>
                <a:solidFill>
                  <a:srgbClr val="B7C9D2"/>
                </a:solidFill>
                <a:ln w="6350">
                  <a:solidFill>
                    <a:srgbClr val="4F626B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29" name="矩形 128"/>
            <p:cNvSpPr/>
            <p:nvPr/>
          </p:nvSpPr>
          <p:spPr>
            <a:xfrm>
              <a:off x="3968" y="9256"/>
              <a:ext cx="249" cy="249"/>
            </a:xfrm>
            <a:prstGeom prst="rect">
              <a:avLst/>
            </a:prstGeom>
            <a:solidFill>
              <a:srgbClr val="D9E8FC"/>
            </a:solidFill>
            <a:ln>
              <a:solidFill>
                <a:srgbClr val="90B9ED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0" name="矩形 129"/>
            <p:cNvSpPr/>
            <p:nvPr/>
          </p:nvSpPr>
          <p:spPr>
            <a:xfrm>
              <a:off x="7055" y="9256"/>
              <a:ext cx="249" cy="249"/>
            </a:xfrm>
            <a:prstGeom prst="rect">
              <a:avLst/>
            </a:prstGeom>
            <a:solidFill>
              <a:srgbClr val="FFF2CC"/>
            </a:solidFill>
            <a:ln>
              <a:solidFill>
                <a:srgbClr val="FFD88B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1" name="矩形 130"/>
            <p:cNvSpPr/>
            <p:nvPr/>
          </p:nvSpPr>
          <p:spPr>
            <a:xfrm>
              <a:off x="10589" y="9256"/>
              <a:ext cx="249" cy="249"/>
            </a:xfrm>
            <a:prstGeom prst="rect">
              <a:avLst/>
            </a:prstGeom>
            <a:solidFill>
              <a:srgbClr val="D5E8D4"/>
            </a:solidFill>
            <a:ln>
              <a:solidFill>
                <a:srgbClr val="93BF8F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文本框 131"/>
            <p:cNvSpPr txBox="1"/>
            <p:nvPr/>
          </p:nvSpPr>
          <p:spPr>
            <a:xfrm>
              <a:off x="4102" y="9197"/>
              <a:ext cx="3022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Bidirectional Recurrent Network</a:t>
              </a:r>
            </a:p>
          </p:txBody>
        </p:sp>
        <p:sp>
          <p:nvSpPr>
            <p:cNvPr id="133" name="文本框 132"/>
            <p:cNvSpPr txBox="1"/>
            <p:nvPr/>
          </p:nvSpPr>
          <p:spPr>
            <a:xfrm>
              <a:off x="7220" y="9197"/>
              <a:ext cx="3429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Dynamic Graph Convolution Network</a:t>
              </a:r>
            </a:p>
          </p:txBody>
        </p:sp>
        <p:sp>
          <p:nvSpPr>
            <p:cNvPr id="134" name="文本框 133"/>
            <p:cNvSpPr txBox="1"/>
            <p:nvPr/>
          </p:nvSpPr>
          <p:spPr>
            <a:xfrm>
              <a:off x="10755" y="9197"/>
              <a:ext cx="2471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>
                  <a:latin typeface="Times New Roman" panose="02020603050405020304" charset="0"/>
                  <a:cs typeface="Times New Roman" panose="02020603050405020304" charset="0"/>
                </a:rPr>
                <a:t>External Memory Network</a:t>
              </a:r>
            </a:p>
          </p:txBody>
        </p:sp>
      </p:grpSp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组合 95"/>
          <p:cNvGrpSpPr/>
          <p:nvPr/>
        </p:nvGrpSpPr>
        <p:grpSpPr>
          <a:xfrm>
            <a:off x="3334385" y="2025015"/>
            <a:ext cx="5523230" cy="2807970"/>
            <a:chOff x="3205" y="1771"/>
            <a:chExt cx="8698" cy="4422"/>
          </a:xfrm>
        </p:grpSpPr>
        <p:sp>
          <p:nvSpPr>
            <p:cNvPr id="87" name="文本框 86"/>
            <p:cNvSpPr txBox="1"/>
            <p:nvPr/>
          </p:nvSpPr>
          <p:spPr>
            <a:xfrm>
              <a:off x="3205" y="4265"/>
              <a:ext cx="1840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400" b="1" i="1">
                  <a:latin typeface="Times New Roman" panose="02020603050405020304" charset="0"/>
                  <a:cs typeface="Times New Roman" panose="02020603050405020304" charset="0"/>
                </a:rPr>
                <a:t>Bcakward</a:t>
              </a:r>
            </a:p>
          </p:txBody>
        </p:sp>
        <p:grpSp>
          <p:nvGrpSpPr>
            <p:cNvPr id="95" name="组合 94"/>
            <p:cNvGrpSpPr/>
            <p:nvPr/>
          </p:nvGrpSpPr>
          <p:grpSpPr>
            <a:xfrm>
              <a:off x="4013" y="1771"/>
              <a:ext cx="7891" cy="4422"/>
              <a:chOff x="4013" y="1771"/>
              <a:chExt cx="7891" cy="4422"/>
            </a:xfrm>
          </p:grpSpPr>
          <p:sp>
            <p:nvSpPr>
              <p:cNvPr id="93" name="圆角矩形 92"/>
              <p:cNvSpPr/>
              <p:nvPr/>
            </p:nvSpPr>
            <p:spPr>
              <a:xfrm>
                <a:off x="8878" y="2914"/>
                <a:ext cx="2234" cy="2487"/>
              </a:xfrm>
              <a:prstGeom prst="roundRect">
                <a:avLst/>
              </a:prstGeom>
              <a:noFill/>
              <a:ln w="15875">
                <a:solidFill>
                  <a:srgbClr val="C43122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2" name="圆角矩形 91"/>
              <p:cNvSpPr/>
              <p:nvPr/>
            </p:nvSpPr>
            <p:spPr>
              <a:xfrm>
                <a:off x="6554" y="2905"/>
                <a:ext cx="2234" cy="2487"/>
              </a:xfrm>
              <a:prstGeom prst="roundRect">
                <a:avLst/>
              </a:prstGeom>
              <a:noFill/>
              <a:ln w="15875">
                <a:solidFill>
                  <a:srgbClr val="C43122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9" name="圆角矩形 88"/>
              <p:cNvSpPr/>
              <p:nvPr/>
            </p:nvSpPr>
            <p:spPr>
              <a:xfrm>
                <a:off x="4240" y="2914"/>
                <a:ext cx="2234" cy="2487"/>
              </a:xfrm>
              <a:prstGeom prst="roundRect">
                <a:avLst/>
              </a:prstGeom>
              <a:noFill/>
              <a:ln w="15875">
                <a:solidFill>
                  <a:srgbClr val="C43122"/>
                </a:solidFill>
                <a:prstDash val="sysDot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</a:ex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" name="椭圆 1"/>
              <p:cNvSpPr/>
              <p:nvPr/>
            </p:nvSpPr>
            <p:spPr>
              <a:xfrm>
                <a:off x="5045" y="1771"/>
                <a:ext cx="567" cy="567"/>
              </a:xfrm>
              <a:prstGeom prst="ellipse">
                <a:avLst/>
              </a:prstGeom>
              <a:solidFill>
                <a:srgbClr val="A8D3FC"/>
              </a:solidFill>
              <a:ln>
                <a:solidFill>
                  <a:srgbClr val="2071B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" name="椭圆 2"/>
              <p:cNvSpPr/>
              <p:nvPr/>
            </p:nvSpPr>
            <p:spPr>
              <a:xfrm>
                <a:off x="7370" y="1771"/>
                <a:ext cx="567" cy="567"/>
              </a:xfrm>
              <a:prstGeom prst="ellipse">
                <a:avLst/>
              </a:prstGeom>
              <a:solidFill>
                <a:srgbClr val="A8D3FC"/>
              </a:solidFill>
              <a:ln>
                <a:solidFill>
                  <a:srgbClr val="2071B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9695" y="1771"/>
                <a:ext cx="567" cy="567"/>
              </a:xfrm>
              <a:prstGeom prst="ellipse">
                <a:avLst/>
              </a:prstGeom>
              <a:solidFill>
                <a:srgbClr val="A8D3FC"/>
              </a:solidFill>
              <a:ln>
                <a:solidFill>
                  <a:srgbClr val="2071B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5045" y="5627"/>
                <a:ext cx="567" cy="567"/>
              </a:xfrm>
              <a:prstGeom prst="ellipse">
                <a:avLst/>
              </a:prstGeom>
              <a:solidFill>
                <a:srgbClr val="F7B27F"/>
              </a:solidFill>
              <a:ln>
                <a:solidFill>
                  <a:srgbClr val="FF8D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" name="椭圆 6"/>
              <p:cNvSpPr/>
              <p:nvPr/>
            </p:nvSpPr>
            <p:spPr>
              <a:xfrm>
                <a:off x="7370" y="5627"/>
                <a:ext cx="567" cy="567"/>
              </a:xfrm>
              <a:prstGeom prst="ellipse">
                <a:avLst/>
              </a:prstGeom>
              <a:solidFill>
                <a:srgbClr val="F7B27F"/>
              </a:solidFill>
              <a:ln>
                <a:solidFill>
                  <a:srgbClr val="FF8D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椭圆 7"/>
              <p:cNvSpPr/>
              <p:nvPr/>
            </p:nvSpPr>
            <p:spPr>
              <a:xfrm>
                <a:off x="9695" y="5627"/>
                <a:ext cx="567" cy="567"/>
              </a:xfrm>
              <a:prstGeom prst="ellipse">
                <a:avLst/>
              </a:prstGeom>
              <a:solidFill>
                <a:srgbClr val="F7B27F"/>
              </a:solidFill>
              <a:ln>
                <a:solidFill>
                  <a:srgbClr val="FF8D0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" name="圆角矩形 9"/>
              <p:cNvSpPr/>
              <p:nvPr/>
            </p:nvSpPr>
            <p:spPr>
              <a:xfrm>
                <a:off x="5272" y="4493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" name="圆角矩形 10"/>
              <p:cNvSpPr/>
              <p:nvPr/>
            </p:nvSpPr>
            <p:spPr>
              <a:xfrm>
                <a:off x="4478" y="3759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" name="圆角矩形 12"/>
              <p:cNvSpPr/>
              <p:nvPr/>
            </p:nvSpPr>
            <p:spPr>
              <a:xfrm>
                <a:off x="7654" y="4493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" name="圆角矩形 13"/>
              <p:cNvSpPr/>
              <p:nvPr/>
            </p:nvSpPr>
            <p:spPr>
              <a:xfrm>
                <a:off x="6860" y="3759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" name="圆角矩形 15"/>
              <p:cNvSpPr/>
              <p:nvPr/>
            </p:nvSpPr>
            <p:spPr>
              <a:xfrm>
                <a:off x="9922" y="4493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" name="圆角矩形 16"/>
              <p:cNvSpPr/>
              <p:nvPr/>
            </p:nvSpPr>
            <p:spPr>
              <a:xfrm>
                <a:off x="9128" y="3759"/>
                <a:ext cx="964" cy="510"/>
              </a:xfrm>
              <a:prstGeom prst="roundRect">
                <a:avLst/>
              </a:prstGeom>
              <a:solidFill>
                <a:srgbClr val="E1FEE7"/>
              </a:solidFill>
              <a:ln>
                <a:solidFill>
                  <a:schemeClr val="bg1">
                    <a:lumMod val="65000"/>
                  </a:schemeClr>
                </a:solidFill>
                <a:prstDash val="sysDot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" name="椭圆 18"/>
              <p:cNvSpPr/>
              <p:nvPr/>
            </p:nvSpPr>
            <p:spPr>
              <a:xfrm>
                <a:off x="7433" y="2679"/>
                <a:ext cx="442" cy="442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" name="椭圆 19"/>
              <p:cNvSpPr/>
              <p:nvPr/>
            </p:nvSpPr>
            <p:spPr>
              <a:xfrm>
                <a:off x="9757" y="2678"/>
                <a:ext cx="442" cy="442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1" name="直接箭头连接符 20"/>
              <p:cNvCxnSpPr/>
              <p:nvPr/>
            </p:nvCxnSpPr>
            <p:spPr>
              <a:xfrm flipV="1">
                <a:off x="4014" y="4014"/>
                <a:ext cx="47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18" name="椭圆 17"/>
              <p:cNvSpPr/>
              <p:nvPr/>
            </p:nvSpPr>
            <p:spPr>
              <a:xfrm>
                <a:off x="5101" y="2679"/>
                <a:ext cx="442" cy="442"/>
              </a:xfrm>
              <a:prstGeom prst="ellipse">
                <a:avLst/>
              </a:prstGeom>
              <a:solidFill>
                <a:srgbClr val="CDCDCD"/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22" name="直接箭头连接符 21"/>
              <p:cNvCxnSpPr>
                <a:stCxn id="11" idx="0"/>
                <a:endCxn id="18" idx="4"/>
              </p:cNvCxnSpPr>
              <p:nvPr/>
            </p:nvCxnSpPr>
            <p:spPr>
              <a:xfrm flipV="1">
                <a:off x="4960" y="3121"/>
                <a:ext cx="362" cy="63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3" name="直接箭头连接符 22"/>
              <p:cNvCxnSpPr/>
              <p:nvPr/>
            </p:nvCxnSpPr>
            <p:spPr>
              <a:xfrm rot="16200000" flipV="1">
                <a:off x="5147" y="2503"/>
                <a:ext cx="35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4" name="直接箭头连接符 23"/>
              <p:cNvCxnSpPr/>
              <p:nvPr/>
            </p:nvCxnSpPr>
            <p:spPr>
              <a:xfrm rot="16200000" flipV="1">
                <a:off x="7479" y="2503"/>
                <a:ext cx="35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5" name="直接箭头连接符 24"/>
              <p:cNvCxnSpPr/>
              <p:nvPr/>
            </p:nvCxnSpPr>
            <p:spPr>
              <a:xfrm rot="16200000" flipV="1">
                <a:off x="9811" y="2514"/>
                <a:ext cx="351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/>
              <p:cNvCxnSpPr>
                <a:stCxn id="10" idx="0"/>
                <a:endCxn id="18" idx="4"/>
              </p:cNvCxnSpPr>
              <p:nvPr/>
            </p:nvCxnSpPr>
            <p:spPr>
              <a:xfrm flipH="1" flipV="1">
                <a:off x="5322" y="3121"/>
                <a:ext cx="432" cy="1372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7" name="直接箭头连接符 26"/>
              <p:cNvCxnSpPr/>
              <p:nvPr/>
            </p:nvCxnSpPr>
            <p:spPr>
              <a:xfrm flipV="1">
                <a:off x="5442" y="4014"/>
                <a:ext cx="1423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/>
              <p:cNvCxnSpPr/>
              <p:nvPr/>
            </p:nvCxnSpPr>
            <p:spPr>
              <a:xfrm flipV="1">
                <a:off x="7824" y="4014"/>
                <a:ext cx="1304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/>
              <p:cNvCxnSpPr/>
              <p:nvPr/>
            </p:nvCxnSpPr>
            <p:spPr>
              <a:xfrm rot="10800000" flipV="1">
                <a:off x="8618" y="4748"/>
                <a:ext cx="1304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/>
              <p:cNvCxnSpPr/>
              <p:nvPr/>
            </p:nvCxnSpPr>
            <p:spPr>
              <a:xfrm rot="10800000" flipV="1">
                <a:off x="6236" y="4748"/>
                <a:ext cx="1423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/>
              <p:cNvCxnSpPr/>
              <p:nvPr/>
            </p:nvCxnSpPr>
            <p:spPr>
              <a:xfrm rot="10800000" flipV="1">
                <a:off x="4013" y="4748"/>
                <a:ext cx="1259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3" name="直接箭头连接符 32"/>
              <p:cNvCxnSpPr>
                <a:stCxn id="14" idx="0"/>
                <a:endCxn id="19" idx="4"/>
              </p:cNvCxnSpPr>
              <p:nvPr/>
            </p:nvCxnSpPr>
            <p:spPr>
              <a:xfrm flipV="1">
                <a:off x="7342" y="3121"/>
                <a:ext cx="312" cy="63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3" idx="0"/>
                <a:endCxn id="19" idx="4"/>
              </p:cNvCxnSpPr>
              <p:nvPr/>
            </p:nvCxnSpPr>
            <p:spPr>
              <a:xfrm flipH="1" flipV="1">
                <a:off x="7654" y="3121"/>
                <a:ext cx="482" cy="1372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/>
              <p:cNvCxnSpPr>
                <a:stCxn id="16" idx="0"/>
                <a:endCxn id="20" idx="4"/>
              </p:cNvCxnSpPr>
              <p:nvPr/>
            </p:nvCxnSpPr>
            <p:spPr>
              <a:xfrm flipH="1" flipV="1">
                <a:off x="9978" y="3120"/>
                <a:ext cx="426" cy="1373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>
                <a:stCxn id="17" idx="0"/>
                <a:endCxn id="20" idx="4"/>
              </p:cNvCxnSpPr>
              <p:nvPr/>
            </p:nvCxnSpPr>
            <p:spPr>
              <a:xfrm flipV="1">
                <a:off x="9610" y="3120"/>
                <a:ext cx="368" cy="639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stCxn id="8" idx="0"/>
                <a:endCxn id="16" idx="2"/>
              </p:cNvCxnSpPr>
              <p:nvPr/>
            </p:nvCxnSpPr>
            <p:spPr>
              <a:xfrm flipV="1">
                <a:off x="9979" y="5003"/>
                <a:ext cx="425" cy="624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>
                <a:stCxn id="8" idx="0"/>
                <a:endCxn id="17" idx="2"/>
              </p:cNvCxnSpPr>
              <p:nvPr/>
            </p:nvCxnSpPr>
            <p:spPr>
              <a:xfrm flipH="1" flipV="1">
                <a:off x="9610" y="4269"/>
                <a:ext cx="369" cy="135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/>
              <p:cNvCxnSpPr>
                <a:stCxn id="7" idx="0"/>
                <a:endCxn id="14" idx="2"/>
              </p:cNvCxnSpPr>
              <p:nvPr/>
            </p:nvCxnSpPr>
            <p:spPr>
              <a:xfrm flipH="1" flipV="1">
                <a:off x="7342" y="4269"/>
                <a:ext cx="312" cy="135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>
                <a:stCxn id="7" idx="0"/>
                <a:endCxn id="13" idx="2"/>
              </p:cNvCxnSpPr>
              <p:nvPr/>
            </p:nvCxnSpPr>
            <p:spPr>
              <a:xfrm flipV="1">
                <a:off x="7654" y="5003"/>
                <a:ext cx="482" cy="624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1" name="直接箭头连接符 40"/>
              <p:cNvCxnSpPr>
                <a:stCxn id="6" idx="0"/>
                <a:endCxn id="10" idx="2"/>
              </p:cNvCxnSpPr>
              <p:nvPr/>
            </p:nvCxnSpPr>
            <p:spPr>
              <a:xfrm flipV="1">
                <a:off x="5329" y="5003"/>
                <a:ext cx="425" cy="624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2" name="直接箭头连接符 41"/>
              <p:cNvCxnSpPr>
                <a:stCxn id="6" idx="0"/>
                <a:endCxn id="11" idx="2"/>
              </p:cNvCxnSpPr>
              <p:nvPr/>
            </p:nvCxnSpPr>
            <p:spPr>
              <a:xfrm flipH="1" flipV="1">
                <a:off x="4960" y="4269"/>
                <a:ext cx="369" cy="1358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/>
              <p:nvPr/>
            </p:nvCxnSpPr>
            <p:spPr>
              <a:xfrm flipV="1">
                <a:off x="10092" y="4014"/>
                <a:ext cx="1304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44" name="直接箭头连接符 43"/>
              <p:cNvCxnSpPr/>
              <p:nvPr/>
            </p:nvCxnSpPr>
            <p:spPr>
              <a:xfrm rot="10800000" flipV="1">
                <a:off x="10886" y="4748"/>
                <a:ext cx="510" cy="0"/>
              </a:xfrm>
              <a:prstGeom prst="straightConnector1">
                <a:avLst/>
              </a:prstGeom>
              <a:ln w="15875">
                <a:solidFill>
                  <a:schemeClr val="bg1">
                    <a:lumMod val="50000"/>
                  </a:schemeClr>
                </a:solidFill>
                <a:tailEnd type="stealth" w="lg" len="lg"/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graphicFrame>
            <p:nvGraphicFramePr>
              <p:cNvPr id="45" name="对象 44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051" y="1771"/>
              <a:ext cx="561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4" imgW="254000" imgH="228600" progId="Equation.KSEE3">
                      <p:embed/>
                    </p:oleObj>
                  </mc:Choice>
                  <mc:Fallback>
                    <p:oleObj r:id="rId4" imgW="254000" imgH="228600" progId="Equation.KSEE3">
                      <p:embed/>
                      <p:pic>
                        <p:nvPicPr>
                          <p:cNvPr id="45" name="对象 44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5"/>
                          <a:stretch>
                            <a:fillRect/>
                          </a:stretch>
                        </p:blipFill>
                        <p:spPr>
                          <a:xfrm>
                            <a:off x="5051" y="1771"/>
                            <a:ext cx="561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6" name="对象 45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474" y="1771"/>
              <a:ext cx="365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6" imgW="165100" imgH="228600" progId="Equation.KSEE3">
                      <p:embed/>
                    </p:oleObj>
                  </mc:Choice>
                  <mc:Fallback>
                    <p:oleObj r:id="rId6" imgW="165100" imgH="228600" progId="Equation.KSEE3">
                      <p:embed/>
                      <p:pic>
                        <p:nvPicPr>
                          <p:cNvPr id="46" name="对象 45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7"/>
                          <a:stretch>
                            <a:fillRect/>
                          </a:stretch>
                        </p:blipFill>
                        <p:spPr>
                          <a:xfrm>
                            <a:off x="7474" y="1771"/>
                            <a:ext cx="365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47" name="对象 46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9695" y="1771"/>
              <a:ext cx="561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8" imgW="254000" imgH="228600" progId="Equation.KSEE3">
                      <p:embed/>
                    </p:oleObj>
                  </mc:Choice>
                  <mc:Fallback>
                    <p:oleObj r:id="rId8" imgW="254000" imgH="228600" progId="Equation.KSEE3">
                      <p:embed/>
                      <p:pic>
                        <p:nvPicPr>
                          <p:cNvPr id="47" name="对象 46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9"/>
                          <a:stretch>
                            <a:fillRect/>
                          </a:stretch>
                        </p:blipFill>
                        <p:spPr>
                          <a:xfrm>
                            <a:off x="9695" y="1771"/>
                            <a:ext cx="561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0" name="对象 49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491" y="2746"/>
              <a:ext cx="333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0" imgW="152400" imgH="139700" progId="Equation.KSEE3">
                      <p:embed/>
                    </p:oleObj>
                  </mc:Choice>
                  <mc:Fallback>
                    <p:oleObj r:id="rId10" imgW="152400" imgH="139700" progId="Equation.KSEE3">
                      <p:embed/>
                      <p:pic>
                        <p:nvPicPr>
                          <p:cNvPr id="50" name="对象 49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7491" y="2746"/>
                            <a:ext cx="333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1" name="对象 5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9808" y="2746"/>
              <a:ext cx="333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2" imgW="152400" imgH="139700" progId="Equation.KSEE3">
                      <p:embed/>
                    </p:oleObj>
                  </mc:Choice>
                  <mc:Fallback>
                    <p:oleObj r:id="rId12" imgW="152400" imgH="139700" progId="Equation.KSEE3">
                      <p:embed/>
                      <p:pic>
                        <p:nvPicPr>
                          <p:cNvPr id="51" name="对象 50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9808" y="2746"/>
                            <a:ext cx="333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3" name="对象 52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523" y="3845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457200" imgH="177165" progId="Equation.KSEE3">
                      <p:embed/>
                    </p:oleObj>
                  </mc:Choice>
                  <mc:Fallback>
                    <p:oleObj r:id="rId13" imgW="457200" imgH="177165" progId="Equation.KSEE3">
                      <p:embed/>
                      <p:pic>
                        <p:nvPicPr>
                          <p:cNvPr id="53" name="对象 52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4523" y="3845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6" name="对象 55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322" y="4579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457200" imgH="177165" progId="Equation.KSEE3">
                      <p:embed/>
                    </p:oleObj>
                  </mc:Choice>
                  <mc:Fallback>
                    <p:oleObj r:id="rId13" imgW="457200" imgH="177165" progId="Equation.KSEE3">
                      <p:embed/>
                      <p:pic>
                        <p:nvPicPr>
                          <p:cNvPr id="56" name="对象 55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5322" y="4579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7" name="对象 56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6905" y="3845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457200" imgH="177165" progId="Equation.KSEE3">
                      <p:embed/>
                    </p:oleObj>
                  </mc:Choice>
                  <mc:Fallback>
                    <p:oleObj r:id="rId13" imgW="457200" imgH="177165" progId="Equation.KSEE3">
                      <p:embed/>
                      <p:pic>
                        <p:nvPicPr>
                          <p:cNvPr id="57" name="对象 56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6905" y="3845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59" name="对象 58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699" y="4579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457200" imgH="177165" progId="Equation.KSEE3">
                      <p:embed/>
                    </p:oleObj>
                  </mc:Choice>
                  <mc:Fallback>
                    <p:oleObj r:id="rId13" imgW="457200" imgH="177165" progId="Equation.KSEE3">
                      <p:embed/>
                      <p:pic>
                        <p:nvPicPr>
                          <p:cNvPr id="59" name="对象 58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7699" y="4579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1" name="对象 6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9173" y="3845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3" imgW="457200" imgH="177165" progId="Equation.KSEE3">
                      <p:embed/>
                    </p:oleObj>
                  </mc:Choice>
                  <mc:Fallback>
                    <p:oleObj r:id="rId13" imgW="457200" imgH="177165" progId="Equation.KSEE3">
                      <p:embed/>
                      <p:pic>
                        <p:nvPicPr>
                          <p:cNvPr id="61" name="对象 60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9173" y="3845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3" name="对象 62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9967" y="4579"/>
              <a:ext cx="874" cy="339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5" imgW="457200" imgH="177165" progId="Equation.KSEE3">
                      <p:embed/>
                    </p:oleObj>
                  </mc:Choice>
                  <mc:Fallback>
                    <p:oleObj r:id="rId15" imgW="457200" imgH="177165" progId="Equation.KSEE3">
                      <p:embed/>
                      <p:pic>
                        <p:nvPicPr>
                          <p:cNvPr id="63" name="对象 62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4"/>
                          <a:stretch>
                            <a:fillRect/>
                          </a:stretch>
                        </p:blipFill>
                        <p:spPr>
                          <a:xfrm>
                            <a:off x="9967" y="4579"/>
                            <a:ext cx="874" cy="339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5" name="对象 64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065" y="5627"/>
              <a:ext cx="533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6" imgW="241300" imgH="228600" progId="Equation.KSEE3">
                      <p:embed/>
                    </p:oleObj>
                  </mc:Choice>
                  <mc:Fallback>
                    <p:oleObj r:id="rId16" imgW="241300" imgH="228600" progId="Equation.KSEE3">
                      <p:embed/>
                      <p:pic>
                        <p:nvPicPr>
                          <p:cNvPr id="65" name="对象 64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7"/>
                          <a:stretch>
                            <a:fillRect/>
                          </a:stretch>
                        </p:blipFill>
                        <p:spPr>
                          <a:xfrm>
                            <a:off x="5065" y="5627"/>
                            <a:ext cx="533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7" name="对象 66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502" y="5627"/>
              <a:ext cx="337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18" imgW="152400" imgH="228600" progId="Equation.KSEE3">
                      <p:embed/>
                    </p:oleObj>
                  </mc:Choice>
                  <mc:Fallback>
                    <p:oleObj r:id="rId18" imgW="152400" imgH="228600" progId="Equation.KSEE3">
                      <p:embed/>
                      <p:pic>
                        <p:nvPicPr>
                          <p:cNvPr id="67" name="对象 66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9"/>
                          <a:stretch>
                            <a:fillRect/>
                          </a:stretch>
                        </p:blipFill>
                        <p:spPr>
                          <a:xfrm>
                            <a:off x="7502" y="5627"/>
                            <a:ext cx="337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69" name="对象 68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9729" y="5627"/>
              <a:ext cx="533" cy="5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0" imgW="241300" imgH="228600" progId="Equation.KSEE3">
                      <p:embed/>
                    </p:oleObj>
                  </mc:Choice>
                  <mc:Fallback>
                    <p:oleObj r:id="rId20" imgW="241300" imgH="228600" progId="Equation.KSEE3">
                      <p:embed/>
                      <p:pic>
                        <p:nvPicPr>
                          <p:cNvPr id="69" name="对象 68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21"/>
                          <a:stretch>
                            <a:fillRect/>
                          </a:stretch>
                        </p:blipFill>
                        <p:spPr>
                          <a:xfrm>
                            <a:off x="9729" y="5627"/>
                            <a:ext cx="533" cy="505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1" name="对象 7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4546" y="3120"/>
              <a:ext cx="505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2" imgW="228600" imgH="241300" progId="Equation.KSEE3">
                      <p:embed/>
                    </p:oleObj>
                  </mc:Choice>
                  <mc:Fallback>
                    <p:oleObj r:id="rId22" imgW="228600" imgH="241300" progId="Equation.KSEE3">
                      <p:embed/>
                      <p:pic>
                        <p:nvPicPr>
                          <p:cNvPr id="71" name="对象 70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23"/>
                          <a:stretch>
                            <a:fillRect/>
                          </a:stretch>
                        </p:blipFill>
                        <p:spPr>
                          <a:xfrm>
                            <a:off x="4546" y="3120"/>
                            <a:ext cx="505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5" name="对象 74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543" y="3359"/>
              <a:ext cx="505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4" imgW="228600" imgH="241300" progId="Equation.KSEE3">
                      <p:embed/>
                    </p:oleObj>
                  </mc:Choice>
                  <mc:Fallback>
                    <p:oleObj r:id="rId24" imgW="228600" imgH="241300" progId="Equation.KSEE3">
                      <p:embed/>
                      <p:pic>
                        <p:nvPicPr>
                          <p:cNvPr id="75" name="对象 74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25"/>
                          <a:stretch>
                            <a:fillRect/>
                          </a:stretch>
                        </p:blipFill>
                        <p:spPr>
                          <a:xfrm>
                            <a:off x="5543" y="3359"/>
                            <a:ext cx="505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7" name="对象 76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087" y="3120"/>
              <a:ext cx="337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6" imgW="152400" imgH="241300" progId="Equation.KSEE3">
                      <p:embed/>
                    </p:oleObj>
                  </mc:Choice>
                  <mc:Fallback>
                    <p:oleObj r:id="rId26" imgW="152400" imgH="241300" progId="Equation.KSEE3">
                      <p:embed/>
                      <p:pic>
                        <p:nvPicPr>
                          <p:cNvPr id="77" name="对象 76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27"/>
                          <a:stretch>
                            <a:fillRect/>
                          </a:stretch>
                        </p:blipFill>
                        <p:spPr>
                          <a:xfrm>
                            <a:off x="7087" y="3120"/>
                            <a:ext cx="337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79" name="对象 78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7880" y="3311"/>
              <a:ext cx="337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28" imgW="152400" imgH="241300" progId="Equation.KSEE3">
                      <p:embed/>
                    </p:oleObj>
                  </mc:Choice>
                  <mc:Fallback>
                    <p:oleObj r:id="rId28" imgW="152400" imgH="241300" progId="Equation.KSEE3">
                      <p:embed/>
                      <p:pic>
                        <p:nvPicPr>
                          <p:cNvPr id="79" name="对象 78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29"/>
                          <a:stretch>
                            <a:fillRect/>
                          </a:stretch>
                        </p:blipFill>
                        <p:spPr>
                          <a:xfrm>
                            <a:off x="7880" y="3311"/>
                            <a:ext cx="337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1" name="对象 80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9195" y="3120"/>
              <a:ext cx="534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0" imgW="241300" imgH="241300" progId="Equation.KSEE3">
                      <p:embed/>
                    </p:oleObj>
                  </mc:Choice>
                  <mc:Fallback>
                    <p:oleObj r:id="rId30" imgW="241300" imgH="241300" progId="Equation.KSEE3">
                      <p:embed/>
                      <p:pic>
                        <p:nvPicPr>
                          <p:cNvPr id="81" name="对象 80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31"/>
                          <a:stretch>
                            <a:fillRect/>
                          </a:stretch>
                        </p:blipFill>
                        <p:spPr>
                          <a:xfrm>
                            <a:off x="9195" y="3120"/>
                            <a:ext cx="534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85" name="对象 84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10199" y="3311"/>
              <a:ext cx="534" cy="53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2" imgW="241300" imgH="241300" progId="Equation.KSEE3">
                      <p:embed/>
                    </p:oleObj>
                  </mc:Choice>
                  <mc:Fallback>
                    <p:oleObj r:id="rId32" imgW="241300" imgH="241300" progId="Equation.KSEE3">
                      <p:embed/>
                      <p:pic>
                        <p:nvPicPr>
                          <p:cNvPr id="85" name="对象 84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33"/>
                          <a:stretch>
                            <a:fillRect/>
                          </a:stretch>
                        </p:blipFill>
                        <p:spPr>
                          <a:xfrm>
                            <a:off x="10199" y="3311"/>
                            <a:ext cx="534" cy="534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88" name="文本框 87"/>
              <p:cNvSpPr txBox="1"/>
              <p:nvPr/>
            </p:nvSpPr>
            <p:spPr>
              <a:xfrm>
                <a:off x="10404" y="3983"/>
                <a:ext cx="1500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i="1">
                    <a:latin typeface="Times New Roman" panose="02020603050405020304" charset="0"/>
                    <a:cs typeface="Times New Roman" panose="02020603050405020304" charset="0"/>
                  </a:rPr>
                  <a:t>Forward</a:t>
                </a:r>
              </a:p>
            </p:txBody>
          </p:sp>
          <p:graphicFrame>
            <p:nvGraphicFramePr>
              <p:cNvPr id="49" name="对象 48">
                <a:hlinkClick r:id="" action="ppaction://ole?verb=0"/>
              </p:cNvPr>
              <p:cNvGraphicFramePr>
                <a:graphicFrameLocks noChangeAspect="1"/>
              </p:cNvGraphicFramePr>
              <p:nvPr/>
            </p:nvGraphicFramePr>
            <p:xfrm>
              <a:off x="5155" y="2746"/>
              <a:ext cx="333" cy="306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4" imgW="152400" imgH="139700" progId="Equation.KSEE3">
                      <p:embed/>
                    </p:oleObj>
                  </mc:Choice>
                  <mc:Fallback>
                    <p:oleObj r:id="rId34" imgW="152400" imgH="139700" progId="Equation.KSEE3">
                      <p:embed/>
                      <p:pic>
                        <p:nvPicPr>
                          <p:cNvPr id="49" name="对象 48">
                            <a:hlinkClick r:id="" action="ppaction://ole?verb=0"/>
                          </p:cNvPr>
                          <p:cNvPicPr/>
                          <p:nvPr/>
                        </p:nvPicPr>
                        <p:blipFill>
                          <a:blip r:embed="rId11"/>
                          <a:stretch>
                            <a:fillRect/>
                          </a:stretch>
                        </p:blipFill>
                        <p:spPr>
                          <a:xfrm>
                            <a:off x="5155" y="2746"/>
                            <a:ext cx="333" cy="306"/>
                          </a:xfrm>
                          <a:prstGeom prst="rect">
                            <a:avLst/>
                          </a:prstGeom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4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33488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88"/>
  <p:tag name="KSO_WM_SLIDE_LAYOUT" val="a_f"/>
  <p:tag name="KSO_WM_SLIDE_LAYOUT_CNT" val="1_1"/>
  <p:tag name="KSO_WM_SLIDE_TYPE" val="title"/>
  <p:tag name="KSO_WM_SLIDE_SUBTYPE" val="pureTx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56</Words>
  <Application>Microsoft Macintosh PowerPoint</Application>
  <PresentationFormat>Widescreen</PresentationFormat>
  <Paragraphs>35</Paragraphs>
  <Slides>2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Times New Roman</vt:lpstr>
      <vt:lpstr>Office Theme</vt:lpstr>
      <vt:lpstr>Equation.KSEE3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Guo, Yunfei</dc:creator>
  <cp:lastModifiedBy>Yunfei GUO</cp:lastModifiedBy>
  <cp:revision>2</cp:revision>
  <dcterms:created xsi:type="dcterms:W3CDTF">2025-08-21T10:02:39Z</dcterms:created>
  <dcterms:modified xsi:type="dcterms:W3CDTF">2025-09-30T07:54:02Z</dcterms:modified>
</cp:coreProperties>
</file>